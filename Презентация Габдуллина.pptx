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6" r:id="rId2"/>
    <p:sldId id="259" r:id="rId3"/>
    <p:sldId id="305" r:id="rId4"/>
    <p:sldId id="306" r:id="rId5"/>
    <p:sldId id="313" r:id="rId6"/>
    <p:sldId id="325" r:id="rId7"/>
    <p:sldId id="309" r:id="rId8"/>
    <p:sldId id="322" r:id="rId9"/>
    <p:sldId id="324" r:id="rId10"/>
    <p:sldId id="321" r:id="rId11"/>
    <p:sldId id="327" r:id="rId12"/>
    <p:sldId id="328" r:id="rId13"/>
    <p:sldId id="326" r:id="rId14"/>
    <p:sldId id="320" r:id="rId15"/>
    <p:sldId id="263" r:id="rId16"/>
  </p:sldIdLst>
  <p:sldSz cx="9144000" cy="5143500" type="screen16x9"/>
  <p:notesSz cx="6858000" cy="9144000"/>
  <p:defaultTex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C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aj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7"/>
  </p:normalViewPr>
  <p:slideViewPr>
    <p:cSldViewPr>
      <p:cViewPr varScale="1">
        <p:scale>
          <a:sx n="138" d="100"/>
          <a:sy n="138" d="100"/>
        </p:scale>
        <p:origin x="880" y="18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03" d="100"/>
          <a:sy n="103" d="100"/>
        </p:scale>
        <p:origin x="4241" y="5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EB81DC-800E-4FFE-8E69-14B2378DE2D0}" type="datetimeFigureOut">
              <a:rPr lang="ru-RU" smtClean="0"/>
              <a:t>31.05.2025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7C74B9-0533-4014-B800-75E70D32A81D}" type="slidenum">
              <a:rPr lang="ru-RU" smtClean="0"/>
              <a:t>‹#›</a:t>
            </a:fld>
            <a:endParaRPr lang="ru-RU"/>
          </a:p>
        </p:txBody>
      </p:sp>
    </p:spTree>
    <p:extLst>
      <p:ext uri="{BB962C8B-B14F-4D97-AF65-F5344CB8AC3E}">
        <p14:creationId xmlns:p14="http://schemas.microsoft.com/office/powerpoint/2010/main" val="872766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8" name="Shape 48"/>
          <p:cNvSpPr>
            <a:spLocks noGrp="1" noRot="1" noChangeAspect="1"/>
          </p:cNvSpPr>
          <p:nvPr>
            <p:ph type="sldImg"/>
          </p:nvPr>
        </p:nvSpPr>
        <p:spPr>
          <a:xfrm>
            <a:off x="381000" y="685800"/>
            <a:ext cx="6096000" cy="3429000"/>
          </a:xfrm>
          <a:prstGeom prst="rect">
            <a:avLst/>
          </a:prstGeom>
        </p:spPr>
        <p:txBody>
          <a:bodyPr/>
          <a:lstStyle/>
          <a:p>
            <a:endParaRPr/>
          </a:p>
        </p:txBody>
      </p:sp>
      <p:sp>
        <p:nvSpPr>
          <p:cNvPr id="49" name="Shape 49"/>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166211256"/>
      </p:ext>
    </p:extLst>
  </p:cSld>
  <p:clrMap bg1="lt1" tx1="dk1" bg2="lt2" tx2="dk2" accent1="accent1" accent2="accent2" accent3="accent3" accent4="accent4" accent5="accent5" accent6="accent6" hlink="hlink" folHlink="folHlink"/>
  <p:notesStyle>
    <a:lvl1pPr defTabSz="171450" latinLnBrk="0">
      <a:lnSpc>
        <a:spcPct val="117999"/>
      </a:lnSpc>
      <a:defRPr sz="825">
        <a:latin typeface="Helvetica Neue"/>
        <a:ea typeface="Helvetica Neue"/>
        <a:cs typeface="Helvetica Neue"/>
        <a:sym typeface="Helvetica Neue"/>
      </a:defRPr>
    </a:lvl1pPr>
    <a:lvl2pPr indent="85725" defTabSz="171450" latinLnBrk="0">
      <a:lnSpc>
        <a:spcPct val="117999"/>
      </a:lnSpc>
      <a:defRPr sz="825">
        <a:latin typeface="Helvetica Neue"/>
        <a:ea typeface="Helvetica Neue"/>
        <a:cs typeface="Helvetica Neue"/>
        <a:sym typeface="Helvetica Neue"/>
      </a:defRPr>
    </a:lvl2pPr>
    <a:lvl3pPr indent="171450" defTabSz="171450" latinLnBrk="0">
      <a:lnSpc>
        <a:spcPct val="117999"/>
      </a:lnSpc>
      <a:defRPr sz="825">
        <a:latin typeface="Helvetica Neue"/>
        <a:ea typeface="Helvetica Neue"/>
        <a:cs typeface="Helvetica Neue"/>
        <a:sym typeface="Helvetica Neue"/>
      </a:defRPr>
    </a:lvl3pPr>
    <a:lvl4pPr indent="257175" defTabSz="171450" latinLnBrk="0">
      <a:lnSpc>
        <a:spcPct val="117999"/>
      </a:lnSpc>
      <a:defRPr sz="825">
        <a:latin typeface="Helvetica Neue"/>
        <a:ea typeface="Helvetica Neue"/>
        <a:cs typeface="Helvetica Neue"/>
        <a:sym typeface="Helvetica Neue"/>
      </a:defRPr>
    </a:lvl4pPr>
    <a:lvl5pPr indent="342900" defTabSz="171450" latinLnBrk="0">
      <a:lnSpc>
        <a:spcPct val="117999"/>
      </a:lnSpc>
      <a:defRPr sz="825">
        <a:latin typeface="Helvetica Neue"/>
        <a:ea typeface="Helvetica Neue"/>
        <a:cs typeface="Helvetica Neue"/>
        <a:sym typeface="Helvetica Neue"/>
      </a:defRPr>
    </a:lvl5pPr>
    <a:lvl6pPr indent="428625" defTabSz="171450" latinLnBrk="0">
      <a:lnSpc>
        <a:spcPct val="117999"/>
      </a:lnSpc>
      <a:defRPr sz="825">
        <a:latin typeface="Helvetica Neue"/>
        <a:ea typeface="Helvetica Neue"/>
        <a:cs typeface="Helvetica Neue"/>
        <a:sym typeface="Helvetica Neue"/>
      </a:defRPr>
    </a:lvl6pPr>
    <a:lvl7pPr indent="514350" defTabSz="171450" latinLnBrk="0">
      <a:lnSpc>
        <a:spcPct val="117999"/>
      </a:lnSpc>
      <a:defRPr sz="825">
        <a:latin typeface="Helvetica Neue"/>
        <a:ea typeface="Helvetica Neue"/>
        <a:cs typeface="Helvetica Neue"/>
        <a:sym typeface="Helvetica Neue"/>
      </a:defRPr>
    </a:lvl7pPr>
    <a:lvl8pPr indent="600075" defTabSz="171450" latinLnBrk="0">
      <a:lnSpc>
        <a:spcPct val="117999"/>
      </a:lnSpc>
      <a:defRPr sz="825">
        <a:latin typeface="Helvetica Neue"/>
        <a:ea typeface="Helvetica Neue"/>
        <a:cs typeface="Helvetica Neue"/>
        <a:sym typeface="Helvetica Neue"/>
      </a:defRPr>
    </a:lvl8pPr>
    <a:lvl9pPr indent="685800" defTabSz="171450" latinLnBrk="0">
      <a:lnSpc>
        <a:spcPct val="117999"/>
      </a:lnSpc>
      <a:defRPr sz="825">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3485701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70350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076781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457849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rtl="0">
              <a:spcBef>
                <a:spcPts val="0"/>
              </a:spcBef>
              <a:spcAft>
                <a:spcPts val="0"/>
              </a:spcAft>
            </a:pPr>
            <a:br>
              <a:rPr lang="en" b="0" i="0" u="none" strike="noStrike" dirty="0">
                <a:solidFill>
                  <a:srgbClr val="000000"/>
                </a:solidFill>
                <a:effectLst/>
              </a:rPr>
            </a:br>
            <a:r>
              <a:rPr lang="en" sz="1800" b="0" i="0" u="none" strike="noStrike" dirty="0">
                <a:solidFill>
                  <a:srgbClr val="000000"/>
                </a:solidFill>
                <a:effectLst/>
                <a:latin typeface="Century Gothic" panose="020B0502020202020204" pitchFamily="34" charset="0"/>
              </a:rPr>
              <a:t>HTML</a:t>
            </a:r>
            <a:endParaRPr lang="en" b="0" i="0" u="none" strike="noStrike" dirty="0">
              <a:solidFill>
                <a:srgbClr val="000000"/>
              </a:solidFill>
              <a:effectLst/>
            </a:endParaRPr>
          </a:p>
          <a:p>
            <a:pPr algn="just" rtl="0">
              <a:spcBef>
                <a:spcPts val="0"/>
              </a:spcBef>
              <a:spcAft>
                <a:spcPts val="0"/>
              </a:spcAft>
            </a:pPr>
            <a:br>
              <a:rPr lang="en" b="0" i="0" u="none" strike="noStrike" dirty="0">
                <a:solidFill>
                  <a:srgbClr val="000000"/>
                </a:solidFill>
                <a:effectLst/>
              </a:rPr>
            </a:br>
            <a:r>
              <a:rPr lang="en" sz="1800" b="0" i="0" u="none" strike="noStrike" dirty="0">
                <a:solidFill>
                  <a:srgbClr val="000000"/>
                </a:solidFill>
                <a:effectLst/>
                <a:latin typeface="Century Gothic" panose="020B0502020202020204" pitchFamily="34" charset="0"/>
              </a:rPr>
              <a:t>CSS</a:t>
            </a:r>
            <a:endParaRPr lang="en" b="0" i="0" u="none" strike="noStrike" dirty="0">
              <a:solidFill>
                <a:srgbClr val="000000"/>
              </a:solidFill>
              <a:effectLst/>
            </a:endParaRPr>
          </a:p>
          <a:p>
            <a:pPr algn="just" rtl="0">
              <a:spcBef>
                <a:spcPts val="0"/>
              </a:spcBef>
              <a:spcAft>
                <a:spcPts val="0"/>
              </a:spcAft>
            </a:pPr>
            <a:br>
              <a:rPr lang="en" b="0" i="0" u="none" strike="noStrike" dirty="0">
                <a:solidFill>
                  <a:srgbClr val="000000"/>
                </a:solidFill>
                <a:effectLst/>
              </a:rPr>
            </a:br>
            <a:r>
              <a:rPr lang="en" sz="1800" b="0" i="0" u="none" strike="noStrike" dirty="0">
                <a:solidFill>
                  <a:srgbClr val="000000"/>
                </a:solidFill>
                <a:effectLst/>
                <a:latin typeface="Century Gothic" panose="020B0502020202020204" pitchFamily="34" charset="0"/>
              </a:rPr>
              <a:t>Java Script</a:t>
            </a:r>
            <a:endParaRPr lang="en" b="0" i="0" u="none" strike="noStrike" dirty="0">
              <a:solidFill>
                <a:srgbClr val="000000"/>
              </a:solidFill>
              <a:effectLst/>
            </a:endParaRPr>
          </a:p>
          <a:p>
            <a:pPr algn="just" rtl="0">
              <a:spcBef>
                <a:spcPts val="0"/>
              </a:spcBef>
              <a:spcAft>
                <a:spcPts val="0"/>
              </a:spcAft>
            </a:pPr>
            <a:br>
              <a:rPr lang="en" b="0" i="0" u="none" strike="noStrike" dirty="0">
                <a:solidFill>
                  <a:srgbClr val="000000"/>
                </a:solidFill>
                <a:effectLst/>
              </a:rPr>
            </a:br>
            <a:r>
              <a:rPr lang="en" sz="1800" b="0" i="0" u="none" strike="noStrike" dirty="0" err="1">
                <a:solidFill>
                  <a:srgbClr val="000000"/>
                </a:solidFill>
                <a:effectLst/>
                <a:latin typeface="Century Gothic" panose="020B0502020202020204" pitchFamily="34" charset="0"/>
              </a:rPr>
              <a:t>Freemarker</a:t>
            </a:r>
            <a:endParaRPr lang="en" b="0" i="0" u="none" strike="noStrike" dirty="0">
              <a:solidFill>
                <a:srgbClr val="000000"/>
              </a:solidFill>
              <a:effectLst/>
            </a:endParaRPr>
          </a:p>
          <a:p>
            <a:pPr algn="just" rtl="0">
              <a:spcBef>
                <a:spcPts val="0"/>
              </a:spcBef>
              <a:spcAft>
                <a:spcPts val="0"/>
              </a:spcAft>
            </a:pPr>
            <a:br>
              <a:rPr lang="en" b="0" i="0" u="none" strike="noStrike" dirty="0">
                <a:solidFill>
                  <a:srgbClr val="000000"/>
                </a:solidFill>
                <a:effectLst/>
              </a:rPr>
            </a:br>
            <a:r>
              <a:rPr lang="en" sz="1800" b="0" i="0" u="none" strike="noStrike" dirty="0" err="1">
                <a:solidFill>
                  <a:srgbClr val="000000"/>
                </a:solidFill>
                <a:effectLst/>
                <a:latin typeface="Century Gothic" panose="020B0502020202020204" pitchFamily="34" charset="0"/>
              </a:rPr>
              <a:t>Intellij</a:t>
            </a:r>
            <a:r>
              <a:rPr lang="en" sz="1800" b="0" i="0" u="none" strike="noStrike" dirty="0">
                <a:solidFill>
                  <a:srgbClr val="000000"/>
                </a:solidFill>
                <a:effectLst/>
                <a:latin typeface="Century Gothic" panose="020B0502020202020204" pitchFamily="34" charset="0"/>
              </a:rPr>
              <a:t> IDEA</a:t>
            </a:r>
            <a:endParaRPr lang="en" b="0" i="0" u="none" strike="noStrike" dirty="0">
              <a:solidFill>
                <a:srgbClr val="000000"/>
              </a:solidFill>
              <a:effectLst/>
            </a:endParaRPr>
          </a:p>
          <a:p>
            <a:pPr algn="just" rtl="0">
              <a:spcBef>
                <a:spcPts val="0"/>
              </a:spcBef>
              <a:spcAft>
                <a:spcPts val="0"/>
              </a:spcAft>
            </a:pPr>
            <a:br>
              <a:rPr lang="en" b="0" i="0" u="none" strike="noStrike" dirty="0">
                <a:solidFill>
                  <a:srgbClr val="000000"/>
                </a:solidFill>
                <a:effectLst/>
              </a:rPr>
            </a:br>
            <a:r>
              <a:rPr lang="en" sz="1800" b="0" i="0" u="none" strike="noStrike" dirty="0">
                <a:solidFill>
                  <a:srgbClr val="000000"/>
                </a:solidFill>
                <a:effectLst/>
                <a:latin typeface="Century Gothic" panose="020B0502020202020204" pitchFamily="34" charset="0"/>
              </a:rPr>
              <a:t>Figma</a:t>
            </a:r>
            <a:endParaRPr lang="en" b="0" i="0" u="none" strike="noStrike" dirty="0">
              <a:solidFill>
                <a:srgbClr val="000000"/>
              </a:solidFill>
              <a:effectLst/>
            </a:endParaRPr>
          </a:p>
          <a:p>
            <a:br>
              <a:rPr lang="en" dirty="0"/>
            </a:br>
            <a:br>
              <a:rPr lang="en" dirty="0"/>
            </a:br>
            <a:endParaRPr lang="ru-RU" dirty="0"/>
          </a:p>
        </p:txBody>
      </p:sp>
    </p:spTree>
    <p:extLst>
      <p:ext uri="{BB962C8B-B14F-4D97-AF65-F5344CB8AC3E}">
        <p14:creationId xmlns:p14="http://schemas.microsoft.com/office/powerpoint/2010/main" val="1509037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Титульный слайд презентации">
    <p:spTree>
      <p:nvGrpSpPr>
        <p:cNvPr id="1" name=""/>
        <p:cNvGrpSpPr/>
        <p:nvPr/>
      </p:nvGrpSpPr>
      <p:grpSpPr>
        <a:xfrm>
          <a:off x="0" y="0"/>
          <a:ext cx="0" cy="0"/>
          <a:chOff x="0" y="0"/>
          <a:chExt cx="0" cy="0"/>
        </a:xfrm>
      </p:grpSpPr>
      <p:sp>
        <p:nvSpPr>
          <p:cNvPr id="7"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3">
            <a:extLst>
              <a:ext uri="{FF2B5EF4-FFF2-40B4-BE49-F238E27FC236}">
                <a16:creationId xmlns:a16="http://schemas.microsoft.com/office/drawing/2014/main" id="{4F3F1DA2-68BC-423F-9157-C4527B9DDB04}"/>
              </a:ext>
            </a:extLst>
          </p:cNvPr>
          <p:cNvSpPr>
            <a:spLocks noGrp="1"/>
          </p:cNvSpPr>
          <p:nvPr>
            <p:ph type="body" sz="quarter" idx="10" hasCustomPrompt="1"/>
          </p:nvPr>
        </p:nvSpPr>
        <p:spPr>
          <a:xfrm>
            <a:off x="2627709" y="87511"/>
            <a:ext cx="5805488" cy="701873"/>
          </a:xfrm>
        </p:spPr>
        <p:txBody>
          <a:bodyPr/>
          <a:lstStyle>
            <a:lvl1pPr marL="0" indent="0" algn="ctr">
              <a:lnSpc>
                <a:spcPct val="100000"/>
              </a:lnSpc>
              <a:spcBef>
                <a:spcPts val="0"/>
              </a:spcBef>
              <a:buNone/>
              <a:defRPr sz="2000" b="0"/>
            </a:lvl1pPr>
          </a:lstStyle>
          <a:p>
            <a:pPr lvl="0"/>
            <a:r>
              <a:rPr lang="ru-RU" dirty="0"/>
              <a:t>Подразделение</a:t>
            </a:r>
          </a:p>
          <a:p>
            <a:pPr lvl="0"/>
            <a:r>
              <a:rPr lang="ru-RU" dirty="0"/>
              <a:t>Образовательная программа</a:t>
            </a:r>
          </a:p>
        </p:txBody>
      </p:sp>
      <p:sp>
        <p:nvSpPr>
          <p:cNvPr id="8" name="Текст 3">
            <a:extLst>
              <a:ext uri="{FF2B5EF4-FFF2-40B4-BE49-F238E27FC236}">
                <a16:creationId xmlns:a16="http://schemas.microsoft.com/office/drawing/2014/main" id="{55DA2F4A-DE6A-4B7B-837A-68EA82745D14}"/>
              </a:ext>
            </a:extLst>
          </p:cNvPr>
          <p:cNvSpPr>
            <a:spLocks noGrp="1"/>
          </p:cNvSpPr>
          <p:nvPr>
            <p:ph type="body" sz="quarter" idx="11" hasCustomPrompt="1"/>
          </p:nvPr>
        </p:nvSpPr>
        <p:spPr>
          <a:xfrm>
            <a:off x="2637936" y="870356"/>
            <a:ext cx="5805488" cy="701873"/>
          </a:xfrm>
        </p:spPr>
        <p:txBody>
          <a:bodyPr>
            <a:normAutofit/>
          </a:bodyPr>
          <a:lstStyle>
            <a:lvl1pPr marL="0" indent="0" algn="ctr">
              <a:lnSpc>
                <a:spcPct val="100000"/>
              </a:lnSpc>
              <a:spcBef>
                <a:spcPts val="0"/>
              </a:spcBef>
              <a:buNone/>
              <a:defRPr sz="2000">
                <a:solidFill>
                  <a:srgbClr val="0F2C68"/>
                </a:solidFill>
              </a:defRPr>
            </a:lvl1pPr>
          </a:lstStyle>
          <a:p>
            <a:pPr lvl="0"/>
            <a:r>
              <a:rPr lang="ru-RU" dirty="0"/>
              <a:t>Подзаголовок</a:t>
            </a:r>
          </a:p>
        </p:txBody>
      </p:sp>
      <p:sp>
        <p:nvSpPr>
          <p:cNvPr id="10" name="Текст 3">
            <a:extLst>
              <a:ext uri="{FF2B5EF4-FFF2-40B4-BE49-F238E27FC236}">
                <a16:creationId xmlns:a16="http://schemas.microsoft.com/office/drawing/2014/main" id="{CEFB6F4B-3C04-47F5-9D7C-3B0495A0698D}"/>
              </a:ext>
            </a:extLst>
          </p:cNvPr>
          <p:cNvSpPr>
            <a:spLocks noGrp="1"/>
          </p:cNvSpPr>
          <p:nvPr>
            <p:ph type="body" sz="quarter" idx="12" hasCustomPrompt="1"/>
          </p:nvPr>
        </p:nvSpPr>
        <p:spPr>
          <a:xfrm>
            <a:off x="2627709" y="1851670"/>
            <a:ext cx="5805488" cy="701873"/>
          </a:xfrm>
        </p:spPr>
        <p:txBody>
          <a:bodyPr>
            <a:normAutofit/>
          </a:bodyPr>
          <a:lstStyle>
            <a:lvl1pPr marL="0" indent="0" algn="ctr">
              <a:lnSpc>
                <a:spcPct val="100000"/>
              </a:lnSpc>
              <a:spcBef>
                <a:spcPts val="0"/>
              </a:spcBef>
              <a:buNone/>
              <a:defRPr sz="3200" b="1"/>
            </a:lvl1pPr>
          </a:lstStyle>
          <a:p>
            <a:pPr lvl="0"/>
            <a:r>
              <a:rPr lang="ru-RU" dirty="0"/>
              <a:t>Заголовок</a:t>
            </a:r>
          </a:p>
        </p:txBody>
      </p:sp>
      <p:sp>
        <p:nvSpPr>
          <p:cNvPr id="13" name="Текст 12">
            <a:extLst>
              <a:ext uri="{FF2B5EF4-FFF2-40B4-BE49-F238E27FC236}">
                <a16:creationId xmlns:a16="http://schemas.microsoft.com/office/drawing/2014/main" id="{BFB1B887-C932-4307-BDEB-ADA927B32D18}"/>
              </a:ext>
            </a:extLst>
          </p:cNvPr>
          <p:cNvSpPr>
            <a:spLocks noGrp="1"/>
          </p:cNvSpPr>
          <p:nvPr>
            <p:ph type="body" sz="quarter" idx="13" hasCustomPrompt="1"/>
          </p:nvPr>
        </p:nvSpPr>
        <p:spPr>
          <a:xfrm>
            <a:off x="6084888" y="2643189"/>
            <a:ext cx="3016250" cy="2061864"/>
          </a:xfrm>
        </p:spPr>
        <p:txBody>
          <a:bodyPr/>
          <a:lstStyle>
            <a:lvl1pPr marL="0" indent="0" algn="r">
              <a:buNone/>
              <a:defRPr/>
            </a:lvl1pPr>
          </a:lstStyle>
          <a:p>
            <a:pPr lvl="0"/>
            <a:r>
              <a:rPr lang="ru-RU" dirty="0"/>
              <a:t>Исполнитель</a:t>
            </a:r>
          </a:p>
        </p:txBody>
      </p:sp>
      <p:sp>
        <p:nvSpPr>
          <p:cNvPr id="15" name="Текст 3">
            <a:extLst>
              <a:ext uri="{FF2B5EF4-FFF2-40B4-BE49-F238E27FC236}">
                <a16:creationId xmlns:a16="http://schemas.microsoft.com/office/drawing/2014/main" id="{911C272D-3C45-4E45-AA89-BD711FAFC53B}"/>
              </a:ext>
            </a:extLst>
          </p:cNvPr>
          <p:cNvSpPr>
            <a:spLocks noGrp="1"/>
          </p:cNvSpPr>
          <p:nvPr>
            <p:ph type="body" sz="quarter" idx="14" hasCustomPrompt="1"/>
          </p:nvPr>
        </p:nvSpPr>
        <p:spPr>
          <a:xfrm>
            <a:off x="4320469" y="4705052"/>
            <a:ext cx="2288443" cy="350937"/>
          </a:xfrm>
        </p:spPr>
        <p:txBody>
          <a:bodyPr>
            <a:normAutofit/>
          </a:bodyPr>
          <a:lstStyle>
            <a:lvl1pPr marL="0" indent="0" algn="ctr">
              <a:lnSpc>
                <a:spcPct val="100000"/>
              </a:lnSpc>
              <a:spcBef>
                <a:spcPts val="0"/>
              </a:spcBef>
              <a:buNone/>
              <a:defRPr sz="2000"/>
            </a:lvl1pPr>
          </a:lstStyle>
          <a:p>
            <a:pPr lvl="0"/>
            <a:r>
              <a:rPr lang="ru-RU" dirty="0"/>
              <a:t>Подзаголовок</a:t>
            </a:r>
          </a:p>
        </p:txBody>
      </p:sp>
      <p:grpSp>
        <p:nvGrpSpPr>
          <p:cNvPr id="3" name="Группа 2"/>
          <p:cNvGrpSpPr/>
          <p:nvPr userDrawn="1"/>
        </p:nvGrpSpPr>
        <p:grpSpPr>
          <a:xfrm>
            <a:off x="0" y="-20538"/>
            <a:ext cx="2241302" cy="5184576"/>
            <a:chOff x="0" y="16616"/>
            <a:chExt cx="2241302" cy="5143500"/>
          </a:xfrm>
        </p:grpSpPr>
        <p:sp>
          <p:nvSpPr>
            <p:cNvPr id="12" name="Прямоугольник 11">
              <a:extLst>
                <a:ext uri="{FF2B5EF4-FFF2-40B4-BE49-F238E27FC236}">
                  <a16:creationId xmlns:a16="http://schemas.microsoft.com/office/drawing/2014/main" id="{ACEEA986-1D6A-4935-BBAE-D2778A7692CC}"/>
                </a:ext>
              </a:extLst>
            </p:cNvPr>
            <p:cNvSpPr/>
            <p:nvPr userDrawn="1"/>
          </p:nvSpPr>
          <p:spPr>
            <a:xfrm>
              <a:off x="0" y="16616"/>
              <a:ext cx="2241302" cy="5143500"/>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17" name="Рисунок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2599" y="280793"/>
              <a:ext cx="936104" cy="940499"/>
            </a:xfrm>
            <a:prstGeom prst="rect">
              <a:avLst/>
            </a:prstGeom>
          </p:spPr>
        </p:pic>
      </p:gr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Синий заголовок и текст">
    <p:bg>
      <p:bgPr>
        <a:solidFill>
          <a:srgbClr val="FFFFFF"/>
        </a:solidFill>
        <a:effectLst/>
      </p:bgPr>
    </p:bg>
    <p:spTree>
      <p:nvGrpSpPr>
        <p:cNvPr id="1" name=""/>
        <p:cNvGrpSpPr/>
        <p:nvPr/>
      </p:nvGrpSpPr>
      <p:grpSpPr>
        <a:xfrm>
          <a:off x="0" y="0"/>
          <a:ext cx="0" cy="0"/>
          <a:chOff x="0" y="0"/>
          <a:chExt cx="0" cy="0"/>
        </a:xfrm>
      </p:grpSpPr>
      <p:grpSp>
        <p:nvGrpSpPr>
          <p:cNvPr id="19" name="Группа 18"/>
          <p:cNvGrpSpPr/>
          <p:nvPr userDrawn="1"/>
        </p:nvGrpSpPr>
        <p:grpSpPr>
          <a:xfrm>
            <a:off x="0" y="-20538"/>
            <a:ext cx="9144329" cy="1059582"/>
            <a:chOff x="0" y="4142"/>
            <a:chExt cx="9144329" cy="1059582"/>
          </a:xfrm>
        </p:grpSpPr>
        <p:sp>
          <p:nvSpPr>
            <p:cNvPr id="20" name="Прямоугольник 19">
              <a:extLst>
                <a:ext uri="{FF2B5EF4-FFF2-40B4-BE49-F238E27FC236}">
                  <a16:creationId xmlns:a16="http://schemas.microsoft.com/office/drawing/2014/main" id="{BAE44123-B82B-4D3A-9ABC-464CE961FE12}"/>
                </a:ext>
              </a:extLst>
            </p:cNvPr>
            <p:cNvSpPr/>
            <p:nvPr userDrawn="1"/>
          </p:nvSpPr>
          <p:spPr>
            <a:xfrm>
              <a:off x="0" y="4142"/>
              <a:ext cx="9144329" cy="1059582"/>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21" name="Рисунок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 y="47076"/>
              <a:ext cx="936104" cy="940499"/>
            </a:xfrm>
            <a:prstGeom prst="rect">
              <a:avLst/>
            </a:prstGeom>
          </p:spPr>
        </p:pic>
      </p:grpSp>
      <p:sp>
        <p:nvSpPr>
          <p:cNvPr id="14" name="Номер слайда"/>
          <p:cNvSpPr txBox="1">
            <a:spLocks noGrp="1"/>
          </p:cNvSpPr>
          <p:nvPr userDrawn="1">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заголовка">
            <a:extLst>
              <a:ext uri="{FF2B5EF4-FFF2-40B4-BE49-F238E27FC236}">
                <a16:creationId xmlns:a16="http://schemas.microsoft.com/office/drawing/2014/main" id="{996695E3-A7A1-4817-934A-DC36B0EAF689}"/>
              </a:ext>
            </a:extLst>
          </p:cNvPr>
          <p:cNvSpPr txBox="1">
            <a:spLocks noGrp="1"/>
          </p:cNvSpPr>
          <p:nvPr userDrawn="1">
            <p:ph type="title" hasCustomPrompt="1"/>
          </p:nvPr>
        </p:nvSpPr>
        <p:spPr>
          <a:xfrm>
            <a:off x="1043608" y="51469"/>
            <a:ext cx="8100392" cy="9361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normAutofit/>
          </a:bodyPr>
          <a:lstStyle>
            <a:lvl1pPr>
              <a:defRPr>
                <a:solidFill>
                  <a:schemeClr val="bg1"/>
                </a:solidFill>
              </a:defRPr>
            </a:lvl1pPr>
          </a:lstStyle>
          <a:p>
            <a:r>
              <a:rPr dirty="0" err="1"/>
              <a:t>Текст</a:t>
            </a:r>
            <a:r>
              <a:rPr dirty="0"/>
              <a:t> </a:t>
            </a:r>
            <a:r>
              <a:rPr dirty="0" err="1"/>
              <a:t>заголовка</a:t>
            </a:r>
            <a:endParaRPr dirty="0"/>
          </a:p>
        </p:txBody>
      </p:sp>
      <p:sp>
        <p:nvSpPr>
          <p:cNvPr id="6" name="Уровень текста 1…">
            <a:extLst>
              <a:ext uri="{FF2B5EF4-FFF2-40B4-BE49-F238E27FC236}">
                <a16:creationId xmlns:a16="http://schemas.microsoft.com/office/drawing/2014/main" id="{EC41CF65-5987-498F-8065-29D01F195B97}"/>
              </a:ext>
            </a:extLst>
          </p:cNvPr>
          <p:cNvSpPr txBox="1">
            <a:spLocks noGrp="1"/>
          </p:cNvSpPr>
          <p:nvPr userDrawn="1">
            <p:ph type="body" idx="1" hasCustomPrompt="1"/>
          </p:nvPr>
        </p:nvSpPr>
        <p:spPr>
          <a:xfrm>
            <a:off x="251520" y="1131590"/>
            <a:ext cx="8712968" cy="3699410"/>
          </a:xfrm>
          <a:prstGeom prst="rect">
            <a:avLst/>
          </a:prstGeom>
        </p:spPr>
        <p:txBody>
          <a:bodyPr>
            <a:normAutofit/>
          </a:bodyPr>
          <a:lstStyle>
            <a:lvl1pPr marL="0" indent="0">
              <a:buNone/>
              <a:defRPr sz="1600"/>
            </a:lvl1pPr>
            <a:lvl2pPr>
              <a:defRPr sz="1600"/>
            </a:lvl2pPr>
            <a:lvl3pPr>
              <a:defRPr sz="1600"/>
            </a:lvl3pPr>
            <a:lvl4pPr>
              <a:defRPr sz="1600"/>
            </a:lvl4pPr>
            <a:lvl5pPr>
              <a:defRPr sz="1600"/>
            </a:lvl5pPr>
          </a:lstStyle>
          <a:p>
            <a:r>
              <a:rPr lang="ru-RU" dirty="0"/>
              <a:t>Текст слайда</a:t>
            </a:r>
            <a:endParaRPr dirty="0"/>
          </a:p>
        </p:txBody>
      </p:sp>
      <p:sp>
        <p:nvSpPr>
          <p:cNvPr id="8" name="Линия">
            <a:extLst>
              <a:ext uri="{FF2B5EF4-FFF2-40B4-BE49-F238E27FC236}">
                <a16:creationId xmlns:a16="http://schemas.microsoft.com/office/drawing/2014/main" id="{1BCF1EDD-92F2-48E4-8331-F9B3204BF150}"/>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9"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b="0" dirty="0">
                <a:solidFill>
                  <a:srgbClr val="0F2C68"/>
                </a:solidFill>
                <a:latin typeface="HSE Sans" panose="02000000000000000000" pitchFamily="50" charset="0"/>
              </a:rPr>
              <a:t>ФКН, ОП Программная инженерия, 202</a:t>
            </a:r>
            <a:r>
              <a:rPr lang="en-US" sz="900" b="0" dirty="0">
                <a:solidFill>
                  <a:srgbClr val="0F2C68"/>
                </a:solidFill>
                <a:latin typeface="HSE Sans" panose="02000000000000000000" pitchFamily="50" charset="0"/>
              </a:rPr>
              <a:t>4</a:t>
            </a:r>
            <a:endParaRPr sz="900" b="0" dirty="0">
              <a:solidFill>
                <a:srgbClr val="0F2C68"/>
              </a:solidFill>
              <a:latin typeface="HSE Sans" panose="02000000000000000000" pitchFamily="50" charset="0"/>
            </a:endParaRPr>
          </a:p>
        </p:txBody>
      </p:sp>
      <p:sp>
        <p:nvSpPr>
          <p:cNvPr id="2" name="Нижний колонтитул 1">
            <a:extLst>
              <a:ext uri="{FF2B5EF4-FFF2-40B4-BE49-F238E27FC236}">
                <a16:creationId xmlns:a16="http://schemas.microsoft.com/office/drawing/2014/main" id="{62EC99FB-A538-4C58-8F8F-31C52F7227D4}"/>
              </a:ext>
            </a:extLst>
          </p:cNvPr>
          <p:cNvSpPr>
            <a:spLocks noGrp="1"/>
          </p:cNvSpPr>
          <p:nvPr userDrawn="1">
            <p:ph type="ftr" sz="quarter" idx="10"/>
          </p:nvPr>
        </p:nvSpPr>
        <p:spPr/>
        <p:txBody>
          <a:bodyPr/>
          <a:lstStyle/>
          <a:p>
            <a:r>
              <a:rPr lang="ru-RU"/>
              <a:t>И.О. Фамилия, ВКР «Название темы»</a:t>
            </a:r>
            <a:endParaRPr lang="ru-RU"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иний заголовок и колонки текста">
    <p:bg>
      <p:bgPr>
        <a:solidFill>
          <a:srgbClr val="FFFFFF"/>
        </a:solidFill>
        <a:effectLst/>
      </p:bgPr>
    </p:bg>
    <p:spTree>
      <p:nvGrpSpPr>
        <p:cNvPr id="1" name=""/>
        <p:cNvGrpSpPr/>
        <p:nvPr/>
      </p:nvGrpSpPr>
      <p:grpSpPr>
        <a:xfrm>
          <a:off x="0" y="0"/>
          <a:ext cx="0" cy="0"/>
          <a:chOff x="0" y="0"/>
          <a:chExt cx="0" cy="0"/>
        </a:xfrm>
      </p:grpSpPr>
      <p:grpSp>
        <p:nvGrpSpPr>
          <p:cNvPr id="18" name="Группа 17"/>
          <p:cNvGrpSpPr/>
          <p:nvPr userDrawn="1"/>
        </p:nvGrpSpPr>
        <p:grpSpPr>
          <a:xfrm>
            <a:off x="0" y="4142"/>
            <a:ext cx="9144329" cy="1059582"/>
            <a:chOff x="0" y="4142"/>
            <a:chExt cx="9144329" cy="1059582"/>
          </a:xfrm>
        </p:grpSpPr>
        <p:sp>
          <p:nvSpPr>
            <p:cNvPr id="19" name="Прямоугольник 18">
              <a:extLst>
                <a:ext uri="{FF2B5EF4-FFF2-40B4-BE49-F238E27FC236}">
                  <a16:creationId xmlns:a16="http://schemas.microsoft.com/office/drawing/2014/main" id="{BAE44123-B82B-4D3A-9ABC-464CE961FE12}"/>
                </a:ext>
              </a:extLst>
            </p:cNvPr>
            <p:cNvSpPr/>
            <p:nvPr userDrawn="1"/>
          </p:nvSpPr>
          <p:spPr>
            <a:xfrm>
              <a:off x="0" y="4142"/>
              <a:ext cx="9144329" cy="1059582"/>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20" name="Рисунок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 y="47076"/>
              <a:ext cx="936104" cy="940499"/>
            </a:xfrm>
            <a:prstGeom prst="rect">
              <a:avLst/>
            </a:prstGeom>
          </p:spPr>
        </p:pic>
      </p:grpSp>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заголовка">
            <a:extLst>
              <a:ext uri="{FF2B5EF4-FFF2-40B4-BE49-F238E27FC236}">
                <a16:creationId xmlns:a16="http://schemas.microsoft.com/office/drawing/2014/main" id="{996695E3-A7A1-4817-934A-DC36B0EAF689}"/>
              </a:ext>
            </a:extLst>
          </p:cNvPr>
          <p:cNvSpPr txBox="1">
            <a:spLocks noGrp="1"/>
          </p:cNvSpPr>
          <p:nvPr>
            <p:ph type="title" hasCustomPrompt="1"/>
          </p:nvPr>
        </p:nvSpPr>
        <p:spPr>
          <a:xfrm>
            <a:off x="1043608" y="51470"/>
            <a:ext cx="8100392" cy="936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a:bodyPr>
          <a:lstStyle>
            <a:lvl1pPr>
              <a:defRPr>
                <a:solidFill>
                  <a:schemeClr val="bg1"/>
                </a:solidFill>
              </a:defRPr>
            </a:lvl1pPr>
          </a:lstStyle>
          <a:p>
            <a:r>
              <a:rPr dirty="0" err="1"/>
              <a:t>Текст</a:t>
            </a:r>
            <a:r>
              <a:rPr dirty="0"/>
              <a:t> </a:t>
            </a:r>
            <a:r>
              <a:rPr dirty="0" err="1"/>
              <a:t>заголовка</a:t>
            </a:r>
            <a:endParaRPr dirty="0"/>
          </a:p>
        </p:txBody>
      </p:sp>
      <p:sp>
        <p:nvSpPr>
          <p:cNvPr id="8" name="Линия">
            <a:extLst>
              <a:ext uri="{FF2B5EF4-FFF2-40B4-BE49-F238E27FC236}">
                <a16:creationId xmlns:a16="http://schemas.microsoft.com/office/drawing/2014/main" id="{1BCF1EDD-92F2-48E4-8331-F9B3204BF150}"/>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62EC99FB-A538-4C58-8F8F-31C52F7227D4}"/>
              </a:ext>
            </a:extLst>
          </p:cNvPr>
          <p:cNvSpPr>
            <a:spLocks noGrp="1"/>
          </p:cNvSpPr>
          <p:nvPr>
            <p:ph type="ftr" sz="quarter" idx="10"/>
          </p:nvPr>
        </p:nvSpPr>
        <p:spPr/>
        <p:txBody>
          <a:bodyPr/>
          <a:lstStyle/>
          <a:p>
            <a:r>
              <a:rPr lang="ru-RU"/>
              <a:t>И.О. Фамилия, ВКР «Название темы»</a:t>
            </a:r>
            <a:endParaRPr lang="ru-RU" dirty="0"/>
          </a:p>
        </p:txBody>
      </p:sp>
      <p:sp>
        <p:nvSpPr>
          <p:cNvPr id="10"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a:extLst>
              <a:ext uri="{FF2B5EF4-FFF2-40B4-BE49-F238E27FC236}">
                <a16:creationId xmlns:a16="http://schemas.microsoft.com/office/drawing/2014/main" id="{0B3FA64C-A417-40BF-9B6A-2AFECE1BE93D}"/>
              </a:ext>
            </a:extLst>
          </p:cNvPr>
          <p:cNvSpPr txBox="1"/>
          <p:nvPr userDrawn="1"/>
        </p:nvSpPr>
        <p:spPr>
          <a:xfrm>
            <a:off x="605278" y="1347614"/>
            <a:ext cx="8071178" cy="30962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numCol="2" spcCol="1076157"/>
          <a:lstStyle/>
          <a:p>
            <a:pPr algn="l">
              <a:spcAft>
                <a:spcPts val="225"/>
              </a:spcAft>
              <a:defRPr sz="2800">
                <a:solidFill>
                  <a:srgbClr val="253957"/>
                </a:solidFill>
                <a:latin typeface="+mn-lt"/>
                <a:ea typeface="+mn-ea"/>
                <a:cs typeface="+mn-cs"/>
                <a:sym typeface="Arial Narrow"/>
              </a:defRPr>
            </a:pPr>
            <a:r>
              <a:rPr sz="1200" dirty="0">
                <a:latin typeface="HSE Sans" panose="02000000000000000000" pitchFamily="50" charset="0"/>
              </a:rPr>
              <a:t>Text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p>
          <a:p>
            <a:pPr algn="l">
              <a:spcAft>
                <a:spcPts val="225"/>
              </a:spcAft>
              <a:defRPr sz="2800">
                <a:solidFill>
                  <a:srgbClr val="253957"/>
                </a:solidFill>
                <a:latin typeface="+mn-lt"/>
                <a:ea typeface="+mn-ea"/>
                <a:cs typeface="+mn-cs"/>
                <a:sym typeface="Arial Narrow"/>
              </a:defRPr>
            </a:pPr>
            <a:r>
              <a:rPr sz="1200" dirty="0">
                <a:latin typeface="HSE Sans" panose="02000000000000000000" pitchFamily="50" charset="0"/>
              </a:rPr>
              <a:t>Text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p>
        </p:txBody>
      </p:sp>
      <p:sp>
        <p:nvSpPr>
          <p:cNvPr id="21"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304551259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иний заголовок и список">
    <p:bg>
      <p:bgPr>
        <a:solidFill>
          <a:srgbClr val="FFFFFF"/>
        </a:solidFill>
        <a:effectLst/>
      </p:bgPr>
    </p:bg>
    <p:spTree>
      <p:nvGrpSpPr>
        <p:cNvPr id="1" name=""/>
        <p:cNvGrpSpPr/>
        <p:nvPr/>
      </p:nvGrpSpPr>
      <p:grpSpPr>
        <a:xfrm>
          <a:off x="0" y="0"/>
          <a:ext cx="0" cy="0"/>
          <a:chOff x="0" y="0"/>
          <a:chExt cx="0" cy="0"/>
        </a:xfrm>
      </p:grpSpPr>
      <p:grpSp>
        <p:nvGrpSpPr>
          <p:cNvPr id="10" name="Группа 9"/>
          <p:cNvGrpSpPr/>
          <p:nvPr userDrawn="1"/>
        </p:nvGrpSpPr>
        <p:grpSpPr>
          <a:xfrm>
            <a:off x="0" y="4142"/>
            <a:ext cx="9144329" cy="1059582"/>
            <a:chOff x="0" y="4142"/>
            <a:chExt cx="9144329" cy="1059582"/>
          </a:xfrm>
        </p:grpSpPr>
        <p:sp>
          <p:nvSpPr>
            <p:cNvPr id="11" name="Прямоугольник 10">
              <a:extLst>
                <a:ext uri="{FF2B5EF4-FFF2-40B4-BE49-F238E27FC236}">
                  <a16:creationId xmlns:a16="http://schemas.microsoft.com/office/drawing/2014/main" id="{BAE44123-B82B-4D3A-9ABC-464CE961FE12}"/>
                </a:ext>
              </a:extLst>
            </p:cNvPr>
            <p:cNvSpPr/>
            <p:nvPr userDrawn="1"/>
          </p:nvSpPr>
          <p:spPr>
            <a:xfrm>
              <a:off x="0" y="4142"/>
              <a:ext cx="9144329" cy="1059582"/>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12" name="Рисунок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 y="47076"/>
              <a:ext cx="936104" cy="940499"/>
            </a:xfrm>
            <a:prstGeom prst="rect">
              <a:avLst/>
            </a:prstGeom>
          </p:spPr>
        </p:pic>
      </p:grpSp>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заголовка">
            <a:extLst>
              <a:ext uri="{FF2B5EF4-FFF2-40B4-BE49-F238E27FC236}">
                <a16:creationId xmlns:a16="http://schemas.microsoft.com/office/drawing/2014/main" id="{996695E3-A7A1-4817-934A-DC36B0EAF689}"/>
              </a:ext>
            </a:extLst>
          </p:cNvPr>
          <p:cNvSpPr txBox="1">
            <a:spLocks noGrp="1"/>
          </p:cNvSpPr>
          <p:nvPr>
            <p:ph type="title" hasCustomPrompt="1"/>
          </p:nvPr>
        </p:nvSpPr>
        <p:spPr>
          <a:xfrm>
            <a:off x="1043608" y="51470"/>
            <a:ext cx="8100392" cy="936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a:bodyPr>
          <a:lstStyle>
            <a:lvl1pPr>
              <a:defRPr sz="2800">
                <a:solidFill>
                  <a:schemeClr val="bg1"/>
                </a:solidFill>
              </a:defRPr>
            </a:lvl1pPr>
          </a:lstStyle>
          <a:p>
            <a:r>
              <a:rPr dirty="0" err="1"/>
              <a:t>Текст</a:t>
            </a:r>
            <a:r>
              <a:rPr dirty="0"/>
              <a:t> </a:t>
            </a:r>
            <a:r>
              <a:rPr dirty="0" err="1"/>
              <a:t>заголовка</a:t>
            </a:r>
            <a:endParaRPr dirty="0"/>
          </a:p>
        </p:txBody>
      </p:sp>
      <p:sp>
        <p:nvSpPr>
          <p:cNvPr id="7" name="Уровень текста 1…">
            <a:extLst>
              <a:ext uri="{FF2B5EF4-FFF2-40B4-BE49-F238E27FC236}">
                <a16:creationId xmlns:a16="http://schemas.microsoft.com/office/drawing/2014/main" id="{A021C47A-2176-487F-B35B-140B329A8874}"/>
              </a:ext>
            </a:extLst>
          </p:cNvPr>
          <p:cNvSpPr txBox="1">
            <a:spLocks noGrp="1"/>
          </p:cNvSpPr>
          <p:nvPr>
            <p:ph type="body" idx="10"/>
          </p:nvPr>
        </p:nvSpPr>
        <p:spPr>
          <a:xfrm>
            <a:off x="226623" y="1170486"/>
            <a:ext cx="8712968" cy="3699410"/>
          </a:xfrm>
          <a:prstGeom prst="rect">
            <a:avLst/>
          </a:prstGeom>
        </p:spPr>
        <p:txBody>
          <a:bodyPr/>
          <a:lstStyle>
            <a:lvl1pPr>
              <a:defRPr sz="1600"/>
            </a:lvl1pPr>
            <a:lvl2pPr>
              <a:defRPr sz="1400"/>
            </a:lvl2pPr>
            <a:lvl3pPr>
              <a:defRPr sz="1400"/>
            </a:lvl3pPr>
            <a:lvl4pPr>
              <a:defRPr sz="1400"/>
            </a:lvl4pPr>
            <a:lvl5pPr>
              <a:defRPr sz="1400"/>
            </a:lvl5pPr>
          </a:lstStyle>
          <a:p>
            <a:r>
              <a:rPr dirty="0" err="1"/>
              <a:t>Уровень</a:t>
            </a:r>
            <a:r>
              <a:rPr dirty="0"/>
              <a:t> </a:t>
            </a:r>
            <a:r>
              <a:rPr dirty="0" err="1"/>
              <a:t>текста</a:t>
            </a:r>
            <a:r>
              <a:rPr dirty="0"/>
              <a:t> 1</a:t>
            </a:r>
          </a:p>
          <a:p>
            <a:pPr lvl="1"/>
            <a:r>
              <a:rPr dirty="0" err="1"/>
              <a:t>Уровень</a:t>
            </a:r>
            <a:r>
              <a:rPr dirty="0"/>
              <a:t> </a:t>
            </a:r>
            <a:r>
              <a:rPr dirty="0" err="1"/>
              <a:t>текста</a:t>
            </a:r>
            <a:r>
              <a:rPr dirty="0"/>
              <a:t> 2</a:t>
            </a:r>
          </a:p>
          <a:p>
            <a:pPr lvl="2"/>
            <a:r>
              <a:rPr dirty="0" err="1"/>
              <a:t>Уровень</a:t>
            </a:r>
            <a:r>
              <a:rPr dirty="0"/>
              <a:t> </a:t>
            </a:r>
            <a:r>
              <a:rPr dirty="0" err="1"/>
              <a:t>текста</a:t>
            </a:r>
            <a:r>
              <a:rPr dirty="0"/>
              <a:t> 3</a:t>
            </a:r>
          </a:p>
          <a:p>
            <a:pPr lvl="3"/>
            <a:r>
              <a:rPr dirty="0" err="1"/>
              <a:t>Уровень</a:t>
            </a:r>
            <a:r>
              <a:rPr dirty="0"/>
              <a:t> </a:t>
            </a:r>
            <a:r>
              <a:rPr dirty="0" err="1"/>
              <a:t>текста</a:t>
            </a:r>
            <a:r>
              <a:rPr dirty="0"/>
              <a:t> 4</a:t>
            </a:r>
          </a:p>
          <a:p>
            <a:pPr lvl="4"/>
            <a:r>
              <a:rPr dirty="0" err="1"/>
              <a:t>Уровень</a:t>
            </a:r>
            <a:r>
              <a:rPr dirty="0"/>
              <a:t> </a:t>
            </a:r>
            <a:r>
              <a:rPr dirty="0" err="1"/>
              <a:t>текста</a:t>
            </a:r>
            <a:r>
              <a:rPr dirty="0"/>
              <a:t> 5</a:t>
            </a:r>
          </a:p>
        </p:txBody>
      </p:sp>
      <p:sp>
        <p:nvSpPr>
          <p:cNvPr id="8" name="Линия">
            <a:extLst>
              <a:ext uri="{FF2B5EF4-FFF2-40B4-BE49-F238E27FC236}">
                <a16:creationId xmlns:a16="http://schemas.microsoft.com/office/drawing/2014/main" id="{ADE90C27-5626-43AF-996F-92015B00EE6A}"/>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CD6ED5DB-54BE-465F-ACB5-875555DA2185}"/>
              </a:ext>
            </a:extLst>
          </p:cNvPr>
          <p:cNvSpPr>
            <a:spLocks noGrp="1"/>
          </p:cNvSpPr>
          <p:nvPr>
            <p:ph type="ftr" sz="quarter" idx="11"/>
          </p:nvPr>
        </p:nvSpPr>
        <p:spPr/>
        <p:txBody>
          <a:bodyPr/>
          <a:lstStyle/>
          <a:p>
            <a:r>
              <a:rPr lang="ru-RU"/>
              <a:t>И.О. Фамилия, ВКР «Название темы»</a:t>
            </a:r>
            <a:endParaRPr lang="ru-RU" dirty="0"/>
          </a:p>
        </p:txBody>
      </p:sp>
      <p:sp>
        <p:nvSpPr>
          <p:cNvPr id="13"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42538270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Синий заголовок и код">
    <p:bg>
      <p:bgPr>
        <a:solidFill>
          <a:srgbClr val="FFFFFF"/>
        </a:solidFill>
        <a:effectLst/>
      </p:bgPr>
    </p:bg>
    <p:spTree>
      <p:nvGrpSpPr>
        <p:cNvPr id="1" name=""/>
        <p:cNvGrpSpPr/>
        <p:nvPr/>
      </p:nvGrpSpPr>
      <p:grpSpPr>
        <a:xfrm>
          <a:off x="0" y="0"/>
          <a:ext cx="0" cy="0"/>
          <a:chOff x="0" y="0"/>
          <a:chExt cx="0" cy="0"/>
        </a:xfrm>
      </p:grpSpPr>
      <p:grpSp>
        <p:nvGrpSpPr>
          <p:cNvPr id="12" name="Группа 11"/>
          <p:cNvGrpSpPr/>
          <p:nvPr userDrawn="1"/>
        </p:nvGrpSpPr>
        <p:grpSpPr>
          <a:xfrm>
            <a:off x="0" y="4142"/>
            <a:ext cx="9144329" cy="1059582"/>
            <a:chOff x="0" y="4142"/>
            <a:chExt cx="9144329" cy="1059582"/>
          </a:xfrm>
        </p:grpSpPr>
        <p:sp>
          <p:nvSpPr>
            <p:cNvPr id="13" name="Прямоугольник 12">
              <a:extLst>
                <a:ext uri="{FF2B5EF4-FFF2-40B4-BE49-F238E27FC236}">
                  <a16:creationId xmlns:a16="http://schemas.microsoft.com/office/drawing/2014/main" id="{BAE44123-B82B-4D3A-9ABC-464CE961FE12}"/>
                </a:ext>
              </a:extLst>
            </p:cNvPr>
            <p:cNvSpPr/>
            <p:nvPr userDrawn="1"/>
          </p:nvSpPr>
          <p:spPr>
            <a:xfrm>
              <a:off x="0" y="4142"/>
              <a:ext cx="9144329" cy="1059582"/>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15" name="Рисунок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 y="47076"/>
              <a:ext cx="936104" cy="940499"/>
            </a:xfrm>
            <a:prstGeom prst="rect">
              <a:avLst/>
            </a:prstGeom>
          </p:spPr>
        </p:pic>
      </p:grpSp>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заголовка">
            <a:extLst>
              <a:ext uri="{FF2B5EF4-FFF2-40B4-BE49-F238E27FC236}">
                <a16:creationId xmlns:a16="http://schemas.microsoft.com/office/drawing/2014/main" id="{996695E3-A7A1-4817-934A-DC36B0EAF689}"/>
              </a:ext>
            </a:extLst>
          </p:cNvPr>
          <p:cNvSpPr txBox="1">
            <a:spLocks noGrp="1"/>
          </p:cNvSpPr>
          <p:nvPr>
            <p:ph type="title" hasCustomPrompt="1"/>
          </p:nvPr>
        </p:nvSpPr>
        <p:spPr>
          <a:xfrm>
            <a:off x="1043608" y="51470"/>
            <a:ext cx="8100392" cy="9361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normAutofit/>
          </a:bodyPr>
          <a:lstStyle>
            <a:lvl1pPr>
              <a:defRPr>
                <a:solidFill>
                  <a:schemeClr val="bg1"/>
                </a:solidFill>
              </a:defRPr>
            </a:lvl1pPr>
          </a:lstStyle>
          <a:p>
            <a:r>
              <a:rPr dirty="0" err="1"/>
              <a:t>Текст</a:t>
            </a:r>
            <a:r>
              <a:rPr dirty="0"/>
              <a:t> </a:t>
            </a:r>
            <a:r>
              <a:rPr dirty="0" err="1"/>
              <a:t>заголовка</a:t>
            </a:r>
            <a:endParaRPr dirty="0"/>
          </a:p>
        </p:txBody>
      </p:sp>
      <p:sp>
        <p:nvSpPr>
          <p:cNvPr id="8" name="Изображение">
            <a:extLst>
              <a:ext uri="{FF2B5EF4-FFF2-40B4-BE49-F238E27FC236}">
                <a16:creationId xmlns:a16="http://schemas.microsoft.com/office/drawing/2014/main" id="{EB5FEDAA-C931-46BD-9DD5-5465F772A171}"/>
              </a:ext>
            </a:extLst>
          </p:cNvPr>
          <p:cNvSpPr>
            <a:spLocks noGrp="1"/>
          </p:cNvSpPr>
          <p:nvPr>
            <p:ph type="pic" sz="quarter" idx="13" hasCustomPrompt="1"/>
          </p:nvPr>
        </p:nvSpPr>
        <p:spPr>
          <a:xfrm>
            <a:off x="4685852" y="1372939"/>
            <a:ext cx="3702571" cy="3315147"/>
          </a:xfrm>
          <a:prstGeom prst="rect">
            <a:avLst/>
          </a:prstGeom>
          <a:solidFill>
            <a:schemeClr val="bg1">
              <a:lumMod val="95000"/>
            </a:schemeClr>
          </a:solidFill>
        </p:spPr>
        <p:txBody>
          <a:bodyPr lIns="91439" tIns="45719" rIns="91439" bIns="45719" anchor="t">
            <a:noAutofit/>
          </a:bodyPr>
          <a:lstStyle>
            <a:lvl1pPr marL="0" indent="0">
              <a:buNone/>
              <a:defRPr sz="1600">
                <a:latin typeface="Consolas" panose="020B0609020204030204" pitchFamily="49" charset="0"/>
              </a:defRPr>
            </a:lvl1pPr>
          </a:lstStyle>
          <a:p>
            <a:r>
              <a:rPr lang="ru-RU" dirty="0"/>
              <a:t>Код</a:t>
            </a:r>
            <a:endParaRPr dirty="0"/>
          </a:p>
        </p:txBody>
      </p:sp>
      <p:sp>
        <p:nvSpPr>
          <p:cNvPr id="9" name="Уровень текста 1…">
            <a:extLst>
              <a:ext uri="{FF2B5EF4-FFF2-40B4-BE49-F238E27FC236}">
                <a16:creationId xmlns:a16="http://schemas.microsoft.com/office/drawing/2014/main" id="{1D8B92B9-CBEB-4087-81F4-A3F7FB942B5B}"/>
              </a:ext>
            </a:extLst>
          </p:cNvPr>
          <p:cNvSpPr txBox="1">
            <a:spLocks noGrp="1"/>
          </p:cNvSpPr>
          <p:nvPr>
            <p:ph type="body" sz="quarter" idx="1" hasCustomPrompt="1"/>
          </p:nvPr>
        </p:nvSpPr>
        <p:spPr>
          <a:xfrm>
            <a:off x="323528" y="1385429"/>
            <a:ext cx="3456384" cy="3315147"/>
          </a:xfrm>
          <a:prstGeom prst="rect">
            <a:avLst/>
          </a:prstGeom>
        </p:spPr>
        <p:txBody>
          <a:bodyPr>
            <a:normAutofit/>
          </a:bodyPr>
          <a:lstStyle>
            <a:lvl1pPr marL="0" indent="0">
              <a:spcBef>
                <a:spcPts val="1688"/>
              </a:spcBef>
              <a:buNone/>
              <a:defRPr sz="1600"/>
            </a:lvl1pPr>
            <a:lvl2pPr marL="303099" indent="-174512">
              <a:spcBef>
                <a:spcPts val="1688"/>
              </a:spcBef>
              <a:defRPr sz="1425"/>
            </a:lvl2pPr>
            <a:lvl3pPr marL="431687" indent="-174512">
              <a:spcBef>
                <a:spcPts val="1688"/>
              </a:spcBef>
              <a:defRPr sz="1425"/>
            </a:lvl3pPr>
            <a:lvl4pPr marL="560274" indent="-174512">
              <a:spcBef>
                <a:spcPts val="1688"/>
              </a:spcBef>
              <a:defRPr sz="1425"/>
            </a:lvl4pPr>
            <a:lvl5pPr marL="688862" indent="-174512">
              <a:spcBef>
                <a:spcPts val="1688"/>
              </a:spcBef>
              <a:defRPr sz="1425"/>
            </a:lvl5pPr>
          </a:lstStyle>
          <a:p>
            <a:r>
              <a:rPr lang="en-US" dirty="0" err="1"/>
              <a:t>T</a:t>
            </a:r>
            <a:r>
              <a:rPr dirty="0" err="1"/>
              <a:t>екст</a:t>
            </a:r>
            <a:endParaRPr dirty="0"/>
          </a:p>
        </p:txBody>
      </p:sp>
      <p:sp>
        <p:nvSpPr>
          <p:cNvPr id="10" name="Линия">
            <a:extLst>
              <a:ext uri="{FF2B5EF4-FFF2-40B4-BE49-F238E27FC236}">
                <a16:creationId xmlns:a16="http://schemas.microsoft.com/office/drawing/2014/main" id="{246E279F-BB47-4FD1-8C06-BBE1D22C5F33}"/>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C776B9DC-CF61-42D0-95BF-6CEAEA9B8B1E}"/>
              </a:ext>
            </a:extLst>
          </p:cNvPr>
          <p:cNvSpPr>
            <a:spLocks noGrp="1"/>
          </p:cNvSpPr>
          <p:nvPr>
            <p:ph type="ftr" sz="quarter" idx="14"/>
          </p:nvPr>
        </p:nvSpPr>
        <p:spPr/>
        <p:txBody>
          <a:bodyPr/>
          <a:lstStyle/>
          <a:p>
            <a:r>
              <a:rPr lang="ru-RU"/>
              <a:t>И.О. Фамилия, ВКР «Название темы»</a:t>
            </a:r>
          </a:p>
        </p:txBody>
      </p:sp>
      <p:sp>
        <p:nvSpPr>
          <p:cNvPr id="16"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131607589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Синий заголовок и два текста">
    <p:bg>
      <p:bgPr>
        <a:solidFill>
          <a:srgbClr val="FFFFFF"/>
        </a:solidFill>
        <a:effectLst/>
      </p:bgPr>
    </p:bg>
    <p:spTree>
      <p:nvGrpSpPr>
        <p:cNvPr id="1" name=""/>
        <p:cNvGrpSpPr/>
        <p:nvPr/>
      </p:nvGrpSpPr>
      <p:grpSpPr>
        <a:xfrm>
          <a:off x="0" y="0"/>
          <a:ext cx="0" cy="0"/>
          <a:chOff x="0" y="0"/>
          <a:chExt cx="0" cy="0"/>
        </a:xfrm>
      </p:grpSpPr>
      <p:grpSp>
        <p:nvGrpSpPr>
          <p:cNvPr id="13" name="Группа 12"/>
          <p:cNvGrpSpPr/>
          <p:nvPr userDrawn="1"/>
        </p:nvGrpSpPr>
        <p:grpSpPr>
          <a:xfrm>
            <a:off x="0" y="4142"/>
            <a:ext cx="9144329" cy="1059582"/>
            <a:chOff x="0" y="4142"/>
            <a:chExt cx="9144329" cy="1059582"/>
          </a:xfrm>
        </p:grpSpPr>
        <p:sp>
          <p:nvSpPr>
            <p:cNvPr id="15" name="Прямоугольник 14">
              <a:extLst>
                <a:ext uri="{FF2B5EF4-FFF2-40B4-BE49-F238E27FC236}">
                  <a16:creationId xmlns:a16="http://schemas.microsoft.com/office/drawing/2014/main" id="{BAE44123-B82B-4D3A-9ABC-464CE961FE12}"/>
                </a:ext>
              </a:extLst>
            </p:cNvPr>
            <p:cNvSpPr/>
            <p:nvPr userDrawn="1"/>
          </p:nvSpPr>
          <p:spPr>
            <a:xfrm>
              <a:off x="0" y="4142"/>
              <a:ext cx="9144329" cy="1059582"/>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16" name="Рисунок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 y="47076"/>
              <a:ext cx="936104" cy="940499"/>
            </a:xfrm>
            <a:prstGeom prst="rect">
              <a:avLst/>
            </a:prstGeom>
          </p:spPr>
        </p:pic>
      </p:grpSp>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Текст заголовка">
            <a:extLst>
              <a:ext uri="{FF2B5EF4-FFF2-40B4-BE49-F238E27FC236}">
                <a16:creationId xmlns:a16="http://schemas.microsoft.com/office/drawing/2014/main" id="{996695E3-A7A1-4817-934A-DC36B0EAF689}"/>
              </a:ext>
            </a:extLst>
          </p:cNvPr>
          <p:cNvSpPr txBox="1">
            <a:spLocks noGrp="1"/>
          </p:cNvSpPr>
          <p:nvPr>
            <p:ph type="title" hasCustomPrompt="1"/>
          </p:nvPr>
        </p:nvSpPr>
        <p:spPr>
          <a:xfrm>
            <a:off x="1043608" y="51470"/>
            <a:ext cx="8100392" cy="936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a:bodyPr>
          <a:lstStyle>
            <a:lvl1pPr>
              <a:defRPr>
                <a:solidFill>
                  <a:schemeClr val="bg1"/>
                </a:solidFill>
              </a:defRPr>
            </a:lvl1pPr>
          </a:lstStyle>
          <a:p>
            <a:r>
              <a:rPr dirty="0" err="1"/>
              <a:t>Текст</a:t>
            </a:r>
            <a:r>
              <a:rPr dirty="0"/>
              <a:t> </a:t>
            </a:r>
            <a:r>
              <a:rPr dirty="0" err="1"/>
              <a:t>заголовка</a:t>
            </a:r>
            <a:endParaRPr dirty="0"/>
          </a:p>
        </p:txBody>
      </p:sp>
      <p:sp>
        <p:nvSpPr>
          <p:cNvPr id="9" name="Уровень текста 1…">
            <a:extLst>
              <a:ext uri="{FF2B5EF4-FFF2-40B4-BE49-F238E27FC236}">
                <a16:creationId xmlns:a16="http://schemas.microsoft.com/office/drawing/2014/main" id="{1D8B92B9-CBEB-4087-81F4-A3F7FB942B5B}"/>
              </a:ext>
            </a:extLst>
          </p:cNvPr>
          <p:cNvSpPr txBox="1">
            <a:spLocks noGrp="1"/>
          </p:cNvSpPr>
          <p:nvPr>
            <p:ph type="body" sz="quarter" idx="1" hasCustomPrompt="1"/>
          </p:nvPr>
        </p:nvSpPr>
        <p:spPr>
          <a:xfrm>
            <a:off x="323528" y="1385429"/>
            <a:ext cx="3456384" cy="3315147"/>
          </a:xfrm>
          <a:prstGeom prst="rect">
            <a:avLst/>
          </a:prstGeom>
        </p:spPr>
        <p:txBody>
          <a:bodyPr>
            <a:normAutofit/>
          </a:bodyPr>
          <a:lstStyle>
            <a:lvl1pPr marL="0" indent="0">
              <a:spcBef>
                <a:spcPts val="1688"/>
              </a:spcBef>
              <a:buNone/>
              <a:defRPr sz="1600"/>
            </a:lvl1pPr>
            <a:lvl2pPr marL="303099" indent="-174512">
              <a:spcBef>
                <a:spcPts val="1688"/>
              </a:spcBef>
              <a:defRPr sz="1425"/>
            </a:lvl2pPr>
            <a:lvl3pPr marL="431687" indent="-174512">
              <a:spcBef>
                <a:spcPts val="1688"/>
              </a:spcBef>
              <a:defRPr sz="1425"/>
            </a:lvl3pPr>
            <a:lvl4pPr marL="560274" indent="-174512">
              <a:spcBef>
                <a:spcPts val="1688"/>
              </a:spcBef>
              <a:defRPr sz="1425"/>
            </a:lvl4pPr>
            <a:lvl5pPr marL="688862" indent="-174512">
              <a:spcBef>
                <a:spcPts val="1688"/>
              </a:spcBef>
              <a:defRPr sz="1425"/>
            </a:lvl5pPr>
          </a:lstStyle>
          <a:p>
            <a:r>
              <a:rPr lang="en-US" dirty="0" err="1"/>
              <a:t>T</a:t>
            </a:r>
            <a:r>
              <a:rPr dirty="0" err="1"/>
              <a:t>екст</a:t>
            </a:r>
            <a:endParaRPr dirty="0"/>
          </a:p>
        </p:txBody>
      </p:sp>
      <p:sp>
        <p:nvSpPr>
          <p:cNvPr id="10" name="Уровень текста 1…">
            <a:extLst>
              <a:ext uri="{FF2B5EF4-FFF2-40B4-BE49-F238E27FC236}">
                <a16:creationId xmlns:a16="http://schemas.microsoft.com/office/drawing/2014/main" id="{69D4D9BB-AEDA-421F-A9DF-2C018A9B41D3}"/>
              </a:ext>
            </a:extLst>
          </p:cNvPr>
          <p:cNvSpPr txBox="1">
            <a:spLocks noGrp="1"/>
          </p:cNvSpPr>
          <p:nvPr>
            <p:ph type="body" sz="quarter" idx="10" hasCustomPrompt="1"/>
          </p:nvPr>
        </p:nvSpPr>
        <p:spPr>
          <a:xfrm>
            <a:off x="4716016" y="1385428"/>
            <a:ext cx="3456384" cy="3315147"/>
          </a:xfrm>
          <a:prstGeom prst="rect">
            <a:avLst/>
          </a:prstGeom>
        </p:spPr>
        <p:txBody>
          <a:bodyPr>
            <a:normAutofit/>
          </a:bodyPr>
          <a:lstStyle>
            <a:lvl1pPr marL="0" indent="0">
              <a:spcBef>
                <a:spcPts val="1688"/>
              </a:spcBef>
              <a:buNone/>
              <a:defRPr sz="1600"/>
            </a:lvl1pPr>
            <a:lvl2pPr marL="303099" indent="-174512">
              <a:spcBef>
                <a:spcPts val="1688"/>
              </a:spcBef>
              <a:defRPr sz="1425"/>
            </a:lvl2pPr>
            <a:lvl3pPr marL="431687" indent="-174512">
              <a:spcBef>
                <a:spcPts val="1688"/>
              </a:spcBef>
              <a:defRPr sz="1425"/>
            </a:lvl3pPr>
            <a:lvl4pPr marL="560274" indent="-174512">
              <a:spcBef>
                <a:spcPts val="1688"/>
              </a:spcBef>
              <a:defRPr sz="1425"/>
            </a:lvl4pPr>
            <a:lvl5pPr marL="688862" indent="-174512">
              <a:spcBef>
                <a:spcPts val="1688"/>
              </a:spcBef>
              <a:defRPr sz="1425"/>
            </a:lvl5pPr>
          </a:lstStyle>
          <a:p>
            <a:r>
              <a:rPr lang="en-US" dirty="0" err="1"/>
              <a:t>T</a:t>
            </a:r>
            <a:r>
              <a:rPr dirty="0" err="1"/>
              <a:t>екст</a:t>
            </a:r>
            <a:endParaRPr dirty="0"/>
          </a:p>
        </p:txBody>
      </p:sp>
      <p:sp>
        <p:nvSpPr>
          <p:cNvPr id="11" name="Линия">
            <a:extLst>
              <a:ext uri="{FF2B5EF4-FFF2-40B4-BE49-F238E27FC236}">
                <a16:creationId xmlns:a16="http://schemas.microsoft.com/office/drawing/2014/main" id="{EEE1D834-4EE7-4AF0-A8E4-D11CCF7B286F}"/>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44D3D848-F3DC-4C3C-A32F-0B4EF4D48621}"/>
              </a:ext>
            </a:extLst>
          </p:cNvPr>
          <p:cNvSpPr>
            <a:spLocks noGrp="1"/>
          </p:cNvSpPr>
          <p:nvPr>
            <p:ph type="ftr" sz="quarter" idx="11"/>
          </p:nvPr>
        </p:nvSpPr>
        <p:spPr/>
        <p:txBody>
          <a:bodyPr/>
          <a:lstStyle/>
          <a:p>
            <a:r>
              <a:rPr lang="ru-RU"/>
              <a:t>И.О. Фамилия, ВКР «Название темы»</a:t>
            </a:r>
          </a:p>
        </p:txBody>
      </p:sp>
      <p:sp>
        <p:nvSpPr>
          <p:cNvPr id="17"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382356320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неизвестно что">
    <p:spTree>
      <p:nvGrpSpPr>
        <p:cNvPr id="1" name=""/>
        <p:cNvGrpSpPr/>
        <p:nvPr/>
      </p:nvGrpSpPr>
      <p:grpSpPr>
        <a:xfrm>
          <a:off x="0" y="0"/>
          <a:ext cx="0" cy="0"/>
          <a:chOff x="0" y="0"/>
          <a:chExt cx="0" cy="0"/>
        </a:xfrm>
      </p:grpSpPr>
      <p:sp>
        <p:nvSpPr>
          <p:cNvPr id="21"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3" name="Линия">
            <a:extLst>
              <a:ext uri="{FF2B5EF4-FFF2-40B4-BE49-F238E27FC236}">
                <a16:creationId xmlns:a16="http://schemas.microsoft.com/office/drawing/2014/main" id="{58FD0245-D0CD-4C58-A2CD-B9BF24EE3D85}"/>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DE108D78-B8B1-4D4F-801E-E4396AEAADC9}"/>
              </a:ext>
            </a:extLst>
          </p:cNvPr>
          <p:cNvSpPr>
            <a:spLocks noGrp="1"/>
          </p:cNvSpPr>
          <p:nvPr>
            <p:ph type="ftr" sz="quarter" idx="10"/>
          </p:nvPr>
        </p:nvSpPr>
        <p:spPr/>
        <p:txBody>
          <a:bodyPr/>
          <a:lstStyle/>
          <a:p>
            <a:r>
              <a:rPr lang="ru-RU"/>
              <a:t>И.О. Фамилия, ВКР «Название темы»</a:t>
            </a:r>
          </a:p>
        </p:txBody>
      </p:sp>
      <p:pic>
        <p:nvPicPr>
          <p:cNvPr id="5" name="Рисунок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7"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екст">
    <p:bg>
      <p:bgPr>
        <a:solidFill>
          <a:srgbClr val="FFFFFF"/>
        </a:solidFill>
        <a:effectLst/>
      </p:bgPr>
    </p:bg>
    <p:spTree>
      <p:nvGrpSpPr>
        <p:cNvPr id="1" name=""/>
        <p:cNvGrpSpPr/>
        <p:nvPr/>
      </p:nvGrpSpPr>
      <p:grpSpPr>
        <a:xfrm>
          <a:off x="0" y="0"/>
          <a:ext cx="0" cy="0"/>
          <a:chOff x="0" y="0"/>
          <a:chExt cx="0" cy="0"/>
        </a:xfrm>
      </p:grpSpPr>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6" name="Уровень текста 1…">
            <a:extLst>
              <a:ext uri="{FF2B5EF4-FFF2-40B4-BE49-F238E27FC236}">
                <a16:creationId xmlns:a16="http://schemas.microsoft.com/office/drawing/2014/main" id="{EC41CF65-5987-498F-8065-29D01F195B97}"/>
              </a:ext>
            </a:extLst>
          </p:cNvPr>
          <p:cNvSpPr txBox="1">
            <a:spLocks noGrp="1"/>
          </p:cNvSpPr>
          <p:nvPr>
            <p:ph type="body" idx="1" hasCustomPrompt="1"/>
          </p:nvPr>
        </p:nvSpPr>
        <p:spPr>
          <a:xfrm>
            <a:off x="251520" y="1131590"/>
            <a:ext cx="8712968" cy="3699410"/>
          </a:xfrm>
          <a:prstGeom prst="rect">
            <a:avLst/>
          </a:prstGeom>
        </p:spPr>
        <p:txBody>
          <a:bodyPr>
            <a:normAutofit/>
          </a:bodyPr>
          <a:lstStyle>
            <a:lvl1pPr marL="0" indent="0">
              <a:buNone/>
              <a:defRPr sz="1600"/>
            </a:lvl1pPr>
            <a:lvl2pPr>
              <a:defRPr sz="1600"/>
            </a:lvl2pPr>
            <a:lvl3pPr>
              <a:defRPr sz="1600"/>
            </a:lvl3pPr>
            <a:lvl4pPr>
              <a:defRPr sz="1600"/>
            </a:lvl4pPr>
            <a:lvl5pPr>
              <a:defRPr sz="1600"/>
            </a:lvl5pPr>
          </a:lstStyle>
          <a:p>
            <a:r>
              <a:rPr lang="ru-RU" dirty="0"/>
              <a:t>Текст слайда</a:t>
            </a:r>
            <a:endParaRPr dirty="0"/>
          </a:p>
        </p:txBody>
      </p:sp>
      <p:sp>
        <p:nvSpPr>
          <p:cNvPr id="8" name="Линия">
            <a:extLst>
              <a:ext uri="{FF2B5EF4-FFF2-40B4-BE49-F238E27FC236}">
                <a16:creationId xmlns:a16="http://schemas.microsoft.com/office/drawing/2014/main" id="{1BCF1EDD-92F2-48E4-8331-F9B3204BF150}"/>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62EC99FB-A538-4C58-8F8F-31C52F7227D4}"/>
              </a:ext>
            </a:extLst>
          </p:cNvPr>
          <p:cNvSpPr>
            <a:spLocks noGrp="1"/>
          </p:cNvSpPr>
          <p:nvPr>
            <p:ph type="ftr" sz="quarter" idx="10"/>
          </p:nvPr>
        </p:nvSpPr>
        <p:spPr/>
        <p:txBody>
          <a:bodyPr/>
          <a:lstStyle/>
          <a:p>
            <a:r>
              <a:rPr lang="ru-RU"/>
              <a:t>И.О. Фамилия, ВКР «Название темы»</a:t>
            </a:r>
          </a:p>
        </p:txBody>
      </p:sp>
      <p:sp>
        <p:nvSpPr>
          <p:cNvPr id="10" name="Текст заголовка">
            <a:extLst>
              <a:ext uri="{FF2B5EF4-FFF2-40B4-BE49-F238E27FC236}">
                <a16:creationId xmlns:a16="http://schemas.microsoft.com/office/drawing/2014/main" id="{963D32F3-AD70-4F42-8BE8-58623B4ABE4F}"/>
              </a:ext>
            </a:extLst>
          </p:cNvPr>
          <p:cNvSpPr txBox="1">
            <a:spLocks noGrp="1"/>
          </p:cNvSpPr>
          <p:nvPr>
            <p:ph type="title"/>
          </p:nvPr>
        </p:nvSpPr>
        <p:spPr>
          <a:xfrm>
            <a:off x="1043608" y="51470"/>
            <a:ext cx="8100392" cy="936105"/>
          </a:xfrm>
          <a:prstGeom prst="rect">
            <a:avLst/>
          </a:prstGeom>
        </p:spPr>
        <p:txBody>
          <a:bodyPr/>
          <a:lstStyle>
            <a:lvl1pPr>
              <a:defRPr/>
            </a:lvl1pPr>
          </a:lstStyle>
          <a:p>
            <a:r>
              <a:rPr dirty="0" err="1"/>
              <a:t>Текст</a:t>
            </a:r>
            <a:r>
              <a:rPr dirty="0"/>
              <a:t> </a:t>
            </a:r>
            <a:r>
              <a:rPr dirty="0" err="1"/>
              <a:t>заголовка</a:t>
            </a:r>
            <a:endParaRPr dirty="0"/>
          </a:p>
        </p:txBody>
      </p:sp>
      <p:sp>
        <p:nvSpPr>
          <p:cNvPr id="12"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11954402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екст в колонках">
    <p:bg>
      <p:bgPr>
        <a:solidFill>
          <a:srgbClr val="FFFFFF"/>
        </a:solidFill>
        <a:effectLst/>
      </p:bgPr>
    </p:bg>
    <p:spTree>
      <p:nvGrpSpPr>
        <p:cNvPr id="1" name=""/>
        <p:cNvGrpSpPr/>
        <p:nvPr/>
      </p:nvGrpSpPr>
      <p:grpSpPr>
        <a:xfrm>
          <a:off x="0" y="0"/>
          <a:ext cx="0" cy="0"/>
          <a:chOff x="0" y="0"/>
          <a:chExt cx="0" cy="0"/>
        </a:xfrm>
      </p:grpSpPr>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8" name="Линия">
            <a:extLst>
              <a:ext uri="{FF2B5EF4-FFF2-40B4-BE49-F238E27FC236}">
                <a16:creationId xmlns:a16="http://schemas.microsoft.com/office/drawing/2014/main" id="{1BCF1EDD-92F2-48E4-8331-F9B3204BF150}"/>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62EC99FB-A538-4C58-8F8F-31C52F7227D4}"/>
              </a:ext>
            </a:extLst>
          </p:cNvPr>
          <p:cNvSpPr>
            <a:spLocks noGrp="1"/>
          </p:cNvSpPr>
          <p:nvPr>
            <p:ph type="ftr" sz="quarter" idx="10"/>
          </p:nvPr>
        </p:nvSpPr>
        <p:spPr/>
        <p:txBody>
          <a:bodyPr/>
          <a:lstStyle/>
          <a:p>
            <a:r>
              <a:rPr lang="ru-RU"/>
              <a:t>И.О. Фамилия, ВКР «Название темы»</a:t>
            </a:r>
          </a:p>
        </p:txBody>
      </p:sp>
      <p:sp>
        <p:nvSpPr>
          <p:cNvPr id="10"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a:extLst>
              <a:ext uri="{FF2B5EF4-FFF2-40B4-BE49-F238E27FC236}">
                <a16:creationId xmlns:a16="http://schemas.microsoft.com/office/drawing/2014/main" id="{0B3FA64C-A417-40BF-9B6A-2AFECE1BE93D}"/>
              </a:ext>
            </a:extLst>
          </p:cNvPr>
          <p:cNvSpPr txBox="1"/>
          <p:nvPr userDrawn="1"/>
        </p:nvSpPr>
        <p:spPr>
          <a:xfrm>
            <a:off x="605278" y="1347614"/>
            <a:ext cx="8071178" cy="30962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numCol="2" spcCol="1076157"/>
          <a:lstStyle/>
          <a:p>
            <a:pPr algn="l">
              <a:spcAft>
                <a:spcPts val="225"/>
              </a:spcAft>
              <a:defRPr sz="2800">
                <a:solidFill>
                  <a:srgbClr val="253957"/>
                </a:solidFill>
                <a:latin typeface="+mn-lt"/>
                <a:ea typeface="+mn-ea"/>
                <a:cs typeface="+mn-cs"/>
                <a:sym typeface="Arial Narrow"/>
              </a:defRPr>
            </a:pPr>
            <a:r>
              <a:rPr sz="1200" dirty="0">
                <a:latin typeface="HSE Sans" panose="02000000000000000000" pitchFamily="50" charset="0"/>
              </a:rPr>
              <a:t>Text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p>
          <a:p>
            <a:pPr algn="l">
              <a:spcAft>
                <a:spcPts val="225"/>
              </a:spcAft>
              <a:defRPr sz="2800">
                <a:solidFill>
                  <a:srgbClr val="253957"/>
                </a:solidFill>
                <a:latin typeface="+mn-lt"/>
                <a:ea typeface="+mn-ea"/>
                <a:cs typeface="+mn-cs"/>
                <a:sym typeface="Arial Narrow"/>
              </a:defRPr>
            </a:pPr>
            <a:r>
              <a:rPr sz="1200" dirty="0">
                <a:latin typeface="HSE Sans" panose="02000000000000000000" pitchFamily="50" charset="0"/>
              </a:rPr>
              <a:t>Text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r>
              <a:rPr sz="1200" dirty="0" err="1">
                <a:latin typeface="HSE Sans" panose="02000000000000000000" pitchFamily="50" charset="0"/>
              </a:rPr>
              <a:t>Text</a:t>
            </a:r>
            <a:r>
              <a:rPr sz="1200" dirty="0">
                <a:latin typeface="HSE Sans" panose="02000000000000000000" pitchFamily="50" charset="0"/>
              </a:rPr>
              <a:t> </a:t>
            </a:r>
          </a:p>
        </p:txBody>
      </p:sp>
      <p:sp>
        <p:nvSpPr>
          <p:cNvPr id="11" name="Текст заголовка">
            <a:extLst>
              <a:ext uri="{FF2B5EF4-FFF2-40B4-BE49-F238E27FC236}">
                <a16:creationId xmlns:a16="http://schemas.microsoft.com/office/drawing/2014/main" id="{BF0D8D98-BD54-43EE-8658-BFCC16E40D1C}"/>
              </a:ext>
            </a:extLst>
          </p:cNvPr>
          <p:cNvSpPr txBox="1">
            <a:spLocks noGrp="1"/>
          </p:cNvSpPr>
          <p:nvPr>
            <p:ph type="title"/>
          </p:nvPr>
        </p:nvSpPr>
        <p:spPr>
          <a:xfrm>
            <a:off x="1043608" y="51470"/>
            <a:ext cx="8100392" cy="936105"/>
          </a:xfrm>
          <a:prstGeom prst="rect">
            <a:avLst/>
          </a:prstGeom>
        </p:spPr>
        <p:txBody>
          <a:bodyPr/>
          <a:lstStyle>
            <a:lvl1pPr>
              <a:defRPr/>
            </a:lvl1pPr>
          </a:lstStyle>
          <a:p>
            <a:r>
              <a:rPr dirty="0" err="1"/>
              <a:t>Текст</a:t>
            </a:r>
            <a:r>
              <a:rPr dirty="0"/>
              <a:t> </a:t>
            </a:r>
            <a:r>
              <a:rPr dirty="0" err="1"/>
              <a:t>заголовка</a:t>
            </a:r>
            <a:endParaRPr dirty="0"/>
          </a:p>
        </p:txBody>
      </p:sp>
      <p:pic>
        <p:nvPicPr>
          <p:cNvPr id="13" name="Рисунок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15"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333992378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Список">
    <p:bg>
      <p:bgPr>
        <a:solidFill>
          <a:srgbClr val="FFFFFF"/>
        </a:solidFill>
        <a:effectLst/>
      </p:bgPr>
    </p:bg>
    <p:spTree>
      <p:nvGrpSpPr>
        <p:cNvPr id="1" name=""/>
        <p:cNvGrpSpPr/>
        <p:nvPr/>
      </p:nvGrpSpPr>
      <p:grpSpPr>
        <a:xfrm>
          <a:off x="0" y="0"/>
          <a:ext cx="0" cy="0"/>
          <a:chOff x="0" y="0"/>
          <a:chExt cx="0" cy="0"/>
        </a:xfrm>
      </p:grpSpPr>
      <p:sp>
        <p:nvSpPr>
          <p:cNvPr id="14"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7" name="Уровень текста 1…">
            <a:extLst>
              <a:ext uri="{FF2B5EF4-FFF2-40B4-BE49-F238E27FC236}">
                <a16:creationId xmlns:a16="http://schemas.microsoft.com/office/drawing/2014/main" id="{A021C47A-2176-487F-B35B-140B329A8874}"/>
              </a:ext>
            </a:extLst>
          </p:cNvPr>
          <p:cNvSpPr txBox="1">
            <a:spLocks noGrp="1"/>
          </p:cNvSpPr>
          <p:nvPr>
            <p:ph type="body" idx="10"/>
          </p:nvPr>
        </p:nvSpPr>
        <p:spPr>
          <a:xfrm>
            <a:off x="226623" y="1170486"/>
            <a:ext cx="8712968" cy="3699410"/>
          </a:xfrm>
          <a:prstGeom prst="rect">
            <a:avLst/>
          </a:prstGeom>
        </p:spPr>
        <p:txBody>
          <a:bodyPr/>
          <a:lstStyle>
            <a:lvl1pPr>
              <a:defRPr sz="1600"/>
            </a:lvl1pPr>
            <a:lvl2pPr>
              <a:defRPr sz="1400"/>
            </a:lvl2pPr>
            <a:lvl3pPr>
              <a:defRPr sz="1400"/>
            </a:lvl3pPr>
            <a:lvl4pPr>
              <a:defRPr sz="1400"/>
            </a:lvl4pPr>
            <a:lvl5pPr>
              <a:defRPr sz="1400"/>
            </a:lvl5pPr>
          </a:lstStyle>
          <a:p>
            <a:r>
              <a:rPr dirty="0" err="1"/>
              <a:t>Уровень</a:t>
            </a:r>
            <a:r>
              <a:rPr dirty="0"/>
              <a:t> </a:t>
            </a:r>
            <a:r>
              <a:rPr dirty="0" err="1"/>
              <a:t>текста</a:t>
            </a:r>
            <a:r>
              <a:rPr dirty="0"/>
              <a:t> 1</a:t>
            </a:r>
          </a:p>
          <a:p>
            <a:pPr lvl="1"/>
            <a:r>
              <a:rPr dirty="0" err="1"/>
              <a:t>Уровень</a:t>
            </a:r>
            <a:r>
              <a:rPr dirty="0"/>
              <a:t> </a:t>
            </a:r>
            <a:r>
              <a:rPr dirty="0" err="1"/>
              <a:t>текста</a:t>
            </a:r>
            <a:r>
              <a:rPr dirty="0"/>
              <a:t> 2</a:t>
            </a:r>
          </a:p>
          <a:p>
            <a:pPr lvl="2"/>
            <a:r>
              <a:rPr dirty="0" err="1"/>
              <a:t>Уровень</a:t>
            </a:r>
            <a:r>
              <a:rPr dirty="0"/>
              <a:t> </a:t>
            </a:r>
            <a:r>
              <a:rPr dirty="0" err="1"/>
              <a:t>текста</a:t>
            </a:r>
            <a:r>
              <a:rPr dirty="0"/>
              <a:t> 3</a:t>
            </a:r>
          </a:p>
          <a:p>
            <a:pPr lvl="3"/>
            <a:r>
              <a:rPr dirty="0" err="1"/>
              <a:t>Уровень</a:t>
            </a:r>
            <a:r>
              <a:rPr dirty="0"/>
              <a:t> </a:t>
            </a:r>
            <a:r>
              <a:rPr dirty="0" err="1"/>
              <a:t>текста</a:t>
            </a:r>
            <a:r>
              <a:rPr dirty="0"/>
              <a:t> 4</a:t>
            </a:r>
          </a:p>
          <a:p>
            <a:pPr lvl="4"/>
            <a:r>
              <a:rPr dirty="0" err="1"/>
              <a:t>Уровень</a:t>
            </a:r>
            <a:r>
              <a:rPr dirty="0"/>
              <a:t> </a:t>
            </a:r>
            <a:r>
              <a:rPr dirty="0" err="1"/>
              <a:t>текста</a:t>
            </a:r>
            <a:r>
              <a:rPr dirty="0"/>
              <a:t> 5</a:t>
            </a:r>
          </a:p>
        </p:txBody>
      </p:sp>
      <p:sp>
        <p:nvSpPr>
          <p:cNvPr id="8" name="Линия">
            <a:extLst>
              <a:ext uri="{FF2B5EF4-FFF2-40B4-BE49-F238E27FC236}">
                <a16:creationId xmlns:a16="http://schemas.microsoft.com/office/drawing/2014/main" id="{ADE90C27-5626-43AF-996F-92015B00EE6A}"/>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CD6ED5DB-54BE-465F-ACB5-875555DA2185}"/>
              </a:ext>
            </a:extLst>
          </p:cNvPr>
          <p:cNvSpPr>
            <a:spLocks noGrp="1"/>
          </p:cNvSpPr>
          <p:nvPr>
            <p:ph type="ftr" sz="quarter" idx="11"/>
          </p:nvPr>
        </p:nvSpPr>
        <p:spPr/>
        <p:txBody>
          <a:bodyPr/>
          <a:lstStyle/>
          <a:p>
            <a:r>
              <a:rPr lang="ru-RU"/>
              <a:t>И.О. Фамилия, ВКР «Название темы»</a:t>
            </a:r>
          </a:p>
        </p:txBody>
      </p:sp>
      <p:sp>
        <p:nvSpPr>
          <p:cNvPr id="10" name="Текст заголовка">
            <a:extLst>
              <a:ext uri="{FF2B5EF4-FFF2-40B4-BE49-F238E27FC236}">
                <a16:creationId xmlns:a16="http://schemas.microsoft.com/office/drawing/2014/main" id="{A5AFEACE-D557-4B07-BE29-9A963AD4DDD6}"/>
              </a:ext>
            </a:extLst>
          </p:cNvPr>
          <p:cNvSpPr txBox="1">
            <a:spLocks noGrp="1"/>
          </p:cNvSpPr>
          <p:nvPr>
            <p:ph type="title"/>
          </p:nvPr>
        </p:nvSpPr>
        <p:spPr>
          <a:xfrm>
            <a:off x="1043608" y="51470"/>
            <a:ext cx="8100392" cy="936105"/>
          </a:xfrm>
          <a:prstGeom prst="rect">
            <a:avLst/>
          </a:prstGeom>
        </p:spPr>
        <p:txBody>
          <a:bodyPr/>
          <a:lstStyle>
            <a:lvl1pPr>
              <a:defRPr/>
            </a:lvl1pPr>
          </a:lstStyle>
          <a:p>
            <a:r>
              <a:rPr dirty="0" err="1"/>
              <a:t>Текст</a:t>
            </a:r>
            <a:r>
              <a:rPr dirty="0"/>
              <a:t> </a:t>
            </a:r>
            <a:r>
              <a:rPr dirty="0" err="1"/>
              <a:t>заголовка</a:t>
            </a:r>
            <a:endParaRPr dirty="0"/>
          </a:p>
        </p:txBody>
      </p:sp>
      <p:pic>
        <p:nvPicPr>
          <p:cNvPr id="11" name="Рисунок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12"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274075000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Два текста">
    <p:bg>
      <p:bgPr>
        <a:solidFill>
          <a:srgbClr val="FFFFFF"/>
        </a:solidFill>
        <a:effectLst/>
      </p:bgPr>
    </p:bg>
    <p:spTree>
      <p:nvGrpSpPr>
        <p:cNvPr id="1" name=""/>
        <p:cNvGrpSpPr/>
        <p:nvPr/>
      </p:nvGrpSpPr>
      <p:grpSpPr>
        <a:xfrm>
          <a:off x="0" y="0"/>
          <a:ext cx="0" cy="0"/>
          <a:chOff x="0" y="0"/>
          <a:chExt cx="0" cy="0"/>
        </a:xfrm>
      </p:grpSpPr>
      <p:sp>
        <p:nvSpPr>
          <p:cNvPr id="28" name="Текст заголовка"/>
          <p:cNvSpPr txBox="1">
            <a:spLocks noGrp="1"/>
          </p:cNvSpPr>
          <p:nvPr>
            <p:ph type="title"/>
          </p:nvPr>
        </p:nvSpPr>
        <p:spPr>
          <a:prstGeom prst="rect">
            <a:avLst/>
          </a:prstGeom>
        </p:spPr>
        <p:txBody>
          <a:bodyPr/>
          <a:lstStyle>
            <a:lvl1pPr>
              <a:defRPr/>
            </a:lvl1pPr>
          </a:lstStyle>
          <a:p>
            <a:r>
              <a:rPr dirty="0" err="1"/>
              <a:t>Текст</a:t>
            </a:r>
            <a:r>
              <a:rPr dirty="0"/>
              <a:t> </a:t>
            </a:r>
            <a:r>
              <a:rPr dirty="0" err="1"/>
              <a:t>заголовка</a:t>
            </a:r>
            <a:endParaRPr dirty="0"/>
          </a:p>
        </p:txBody>
      </p:sp>
      <p:sp>
        <p:nvSpPr>
          <p:cNvPr id="29" name="Уровень текста 1…"/>
          <p:cNvSpPr txBox="1">
            <a:spLocks noGrp="1"/>
          </p:cNvSpPr>
          <p:nvPr>
            <p:ph type="body" sz="quarter" idx="1" hasCustomPrompt="1"/>
          </p:nvPr>
        </p:nvSpPr>
        <p:spPr>
          <a:xfrm>
            <a:off x="467544" y="1385428"/>
            <a:ext cx="3456384" cy="3315147"/>
          </a:xfrm>
          <a:prstGeom prst="rect">
            <a:avLst/>
          </a:prstGeom>
        </p:spPr>
        <p:txBody>
          <a:bodyPr>
            <a:normAutofit/>
          </a:bodyPr>
          <a:lstStyle>
            <a:lvl1pPr marL="0" indent="0">
              <a:spcBef>
                <a:spcPts val="1688"/>
              </a:spcBef>
              <a:buNone/>
              <a:defRPr sz="1600"/>
            </a:lvl1pPr>
            <a:lvl2pPr marL="303099" indent="-174512">
              <a:spcBef>
                <a:spcPts val="1688"/>
              </a:spcBef>
              <a:defRPr sz="1425"/>
            </a:lvl2pPr>
            <a:lvl3pPr marL="431687" indent="-174512">
              <a:spcBef>
                <a:spcPts val="1688"/>
              </a:spcBef>
              <a:defRPr sz="1425"/>
            </a:lvl3pPr>
            <a:lvl4pPr marL="560274" indent="-174512">
              <a:spcBef>
                <a:spcPts val="1688"/>
              </a:spcBef>
              <a:defRPr sz="1425"/>
            </a:lvl4pPr>
            <a:lvl5pPr marL="688862" indent="-174512">
              <a:spcBef>
                <a:spcPts val="1688"/>
              </a:spcBef>
              <a:defRPr sz="1425"/>
            </a:lvl5pPr>
          </a:lstStyle>
          <a:p>
            <a:r>
              <a:rPr lang="en-US" dirty="0" err="1"/>
              <a:t>T</a:t>
            </a:r>
            <a:r>
              <a:rPr dirty="0" err="1"/>
              <a:t>екст</a:t>
            </a:r>
            <a:endParaRPr dirty="0"/>
          </a:p>
        </p:txBody>
      </p:sp>
      <p:sp>
        <p:nvSpPr>
          <p:cNvPr id="30"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6" name="Уровень текста 1…">
            <a:extLst>
              <a:ext uri="{FF2B5EF4-FFF2-40B4-BE49-F238E27FC236}">
                <a16:creationId xmlns:a16="http://schemas.microsoft.com/office/drawing/2014/main" id="{BC1C8AF6-764D-42DD-8B6D-3BEA682BC416}"/>
              </a:ext>
            </a:extLst>
          </p:cNvPr>
          <p:cNvSpPr txBox="1">
            <a:spLocks noGrp="1"/>
          </p:cNvSpPr>
          <p:nvPr>
            <p:ph type="body" sz="quarter" idx="10" hasCustomPrompt="1"/>
          </p:nvPr>
        </p:nvSpPr>
        <p:spPr>
          <a:xfrm>
            <a:off x="4716016" y="1385428"/>
            <a:ext cx="3456384" cy="3315147"/>
          </a:xfrm>
          <a:prstGeom prst="rect">
            <a:avLst/>
          </a:prstGeom>
        </p:spPr>
        <p:txBody>
          <a:bodyPr>
            <a:normAutofit/>
          </a:bodyPr>
          <a:lstStyle>
            <a:lvl1pPr marL="0" indent="0">
              <a:spcBef>
                <a:spcPts val="1688"/>
              </a:spcBef>
              <a:buNone/>
              <a:defRPr sz="1600"/>
            </a:lvl1pPr>
            <a:lvl2pPr marL="303099" indent="-174512">
              <a:spcBef>
                <a:spcPts val="1688"/>
              </a:spcBef>
              <a:defRPr sz="1425"/>
            </a:lvl2pPr>
            <a:lvl3pPr marL="431687" indent="-174512">
              <a:spcBef>
                <a:spcPts val="1688"/>
              </a:spcBef>
              <a:defRPr sz="1425"/>
            </a:lvl3pPr>
            <a:lvl4pPr marL="560274" indent="-174512">
              <a:spcBef>
                <a:spcPts val="1688"/>
              </a:spcBef>
              <a:defRPr sz="1425"/>
            </a:lvl4pPr>
            <a:lvl5pPr marL="688862" indent="-174512">
              <a:spcBef>
                <a:spcPts val="1688"/>
              </a:spcBef>
              <a:defRPr sz="1425"/>
            </a:lvl5pPr>
          </a:lstStyle>
          <a:p>
            <a:r>
              <a:rPr lang="en-US" dirty="0" err="1"/>
              <a:t>T</a:t>
            </a:r>
            <a:r>
              <a:rPr dirty="0" err="1"/>
              <a:t>екст</a:t>
            </a:r>
            <a:endParaRPr dirty="0"/>
          </a:p>
        </p:txBody>
      </p:sp>
      <p:sp>
        <p:nvSpPr>
          <p:cNvPr id="7" name="Линия">
            <a:extLst>
              <a:ext uri="{FF2B5EF4-FFF2-40B4-BE49-F238E27FC236}">
                <a16:creationId xmlns:a16="http://schemas.microsoft.com/office/drawing/2014/main" id="{1185B34F-00E4-4ADE-B002-13C9F81B20CA}"/>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9" name="Линия">
            <a:extLst>
              <a:ext uri="{FF2B5EF4-FFF2-40B4-BE49-F238E27FC236}">
                <a16:creationId xmlns:a16="http://schemas.microsoft.com/office/drawing/2014/main" id="{95EF9B6E-0540-4EEF-B91E-A522CAE02F15}"/>
              </a:ext>
            </a:extLst>
          </p:cNvPr>
          <p:cNvSpPr/>
          <p:nvPr userDrawn="1"/>
        </p:nvSpPr>
        <p:spPr>
          <a:xfrm>
            <a:off x="0" y="1059582"/>
            <a:ext cx="9100866" cy="0"/>
          </a:xfrm>
          <a:prstGeom prst="line">
            <a:avLst/>
          </a:prstGeom>
          <a:ln w="12700">
            <a:solidFill>
              <a:srgbClr val="253957"/>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A8FB7426-84BB-4D2A-B346-65D0BF0892F3}"/>
              </a:ext>
            </a:extLst>
          </p:cNvPr>
          <p:cNvSpPr>
            <a:spLocks noGrp="1"/>
          </p:cNvSpPr>
          <p:nvPr>
            <p:ph type="ftr" sz="quarter" idx="11"/>
          </p:nvPr>
        </p:nvSpPr>
        <p:spPr/>
        <p:txBody>
          <a:bodyPr/>
          <a:lstStyle/>
          <a:p>
            <a:r>
              <a:rPr lang="ru-RU"/>
              <a:t>И.О. Фамилия, ВКР «Название темы»</a:t>
            </a: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11"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extLst>
      <p:ext uri="{BB962C8B-B14F-4D97-AF65-F5344CB8AC3E}">
        <p14:creationId xmlns:p14="http://schemas.microsoft.com/office/powerpoint/2010/main" val="19885903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Фото — 3 шт.">
    <p:bg>
      <p:bgPr>
        <a:solidFill>
          <a:srgbClr val="FFFFFF"/>
        </a:solidFill>
        <a:effectLst/>
      </p:bgPr>
    </p:bg>
    <p:spTree>
      <p:nvGrpSpPr>
        <p:cNvPr id="1" name=""/>
        <p:cNvGrpSpPr/>
        <p:nvPr/>
      </p:nvGrpSpPr>
      <p:grpSpPr>
        <a:xfrm>
          <a:off x="0" y="0"/>
          <a:ext cx="0" cy="0"/>
          <a:chOff x="0" y="0"/>
          <a:chExt cx="0" cy="0"/>
        </a:xfrm>
      </p:grpSpPr>
      <p:sp>
        <p:nvSpPr>
          <p:cNvPr id="35" name="Изображение"/>
          <p:cNvSpPr>
            <a:spLocks noGrp="1"/>
          </p:cNvSpPr>
          <p:nvPr>
            <p:ph type="pic" sz="quarter" idx="13"/>
          </p:nvPr>
        </p:nvSpPr>
        <p:spPr>
          <a:xfrm>
            <a:off x="4685853" y="2685604"/>
            <a:ext cx="2812852" cy="1989088"/>
          </a:xfrm>
          <a:prstGeom prst="rect">
            <a:avLst/>
          </a:prstGeom>
        </p:spPr>
        <p:txBody>
          <a:bodyPr lIns="91439" tIns="45719" rIns="91439" bIns="45719" anchor="t">
            <a:noAutofit/>
          </a:bodyPr>
          <a:lstStyle>
            <a:lvl1pPr>
              <a:defRPr/>
            </a:lvl1pPr>
          </a:lstStyle>
          <a:p>
            <a:endParaRPr dirty="0"/>
          </a:p>
        </p:txBody>
      </p:sp>
      <p:sp>
        <p:nvSpPr>
          <p:cNvPr id="36" name="Изображение"/>
          <p:cNvSpPr>
            <a:spLocks noGrp="1"/>
          </p:cNvSpPr>
          <p:nvPr>
            <p:ph type="pic" sz="quarter" idx="14"/>
          </p:nvPr>
        </p:nvSpPr>
        <p:spPr>
          <a:xfrm>
            <a:off x="4689133" y="468809"/>
            <a:ext cx="2812852" cy="1989088"/>
          </a:xfrm>
          <a:prstGeom prst="rect">
            <a:avLst/>
          </a:prstGeom>
        </p:spPr>
        <p:txBody>
          <a:bodyPr lIns="91439" tIns="45719" rIns="91439" bIns="45719" anchor="t">
            <a:noAutofit/>
          </a:bodyPr>
          <a:lstStyle>
            <a:lvl1pPr>
              <a:defRPr/>
            </a:lvl1pPr>
          </a:lstStyle>
          <a:p>
            <a:endParaRPr dirty="0"/>
          </a:p>
        </p:txBody>
      </p:sp>
      <p:sp>
        <p:nvSpPr>
          <p:cNvPr id="37" name="Изображение"/>
          <p:cNvSpPr>
            <a:spLocks noGrp="1"/>
          </p:cNvSpPr>
          <p:nvPr>
            <p:ph type="pic" sz="half" idx="15"/>
          </p:nvPr>
        </p:nvSpPr>
        <p:spPr>
          <a:xfrm>
            <a:off x="1645295" y="468809"/>
            <a:ext cx="2812852" cy="4205883"/>
          </a:xfrm>
          <a:prstGeom prst="rect">
            <a:avLst/>
          </a:prstGeom>
        </p:spPr>
        <p:txBody>
          <a:bodyPr lIns="91439" tIns="45719" rIns="91439" bIns="45719" anchor="t">
            <a:noAutofit/>
          </a:bodyPr>
          <a:lstStyle>
            <a:lvl1pPr>
              <a:defRPr/>
            </a:lvl1pPr>
          </a:lstStyle>
          <a:p>
            <a:endParaRPr dirty="0"/>
          </a:p>
        </p:txBody>
      </p:sp>
      <p:sp>
        <p:nvSpPr>
          <p:cNvPr id="38"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6" name="Линия">
            <a:extLst>
              <a:ext uri="{FF2B5EF4-FFF2-40B4-BE49-F238E27FC236}">
                <a16:creationId xmlns:a16="http://schemas.microsoft.com/office/drawing/2014/main" id="{E9B90CD4-A6C7-4909-86A5-67B9ABD3B5D1}"/>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EA6524AB-809B-45BB-91A3-2A03E67B5A41}"/>
              </a:ext>
            </a:extLst>
          </p:cNvPr>
          <p:cNvSpPr>
            <a:spLocks noGrp="1"/>
          </p:cNvSpPr>
          <p:nvPr>
            <p:ph type="ftr" sz="quarter" idx="16"/>
          </p:nvPr>
        </p:nvSpPr>
        <p:spPr/>
        <p:txBody>
          <a:bodyPr/>
          <a:lstStyle/>
          <a:p>
            <a:r>
              <a:rPr lang="ru-RU"/>
              <a:t>И.О. Фамилия, ВКР «Название темы»</a:t>
            </a:r>
          </a:p>
        </p:txBody>
      </p:sp>
      <p:pic>
        <p:nvPicPr>
          <p:cNvPr id="9" name="Рисунок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10"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Фото">
    <p:bg>
      <p:bgPr>
        <a:solidFill>
          <a:srgbClr val="FFFFFF"/>
        </a:solidFill>
        <a:effectLst/>
      </p:bgPr>
    </p:bg>
    <p:spTree>
      <p:nvGrpSpPr>
        <p:cNvPr id="1" name=""/>
        <p:cNvGrpSpPr/>
        <p:nvPr/>
      </p:nvGrpSpPr>
      <p:grpSpPr>
        <a:xfrm>
          <a:off x="0" y="0"/>
          <a:ext cx="0" cy="0"/>
          <a:chOff x="0" y="0"/>
          <a:chExt cx="0" cy="0"/>
        </a:xfrm>
      </p:grpSpPr>
      <p:sp>
        <p:nvSpPr>
          <p:cNvPr id="44" name="Изображение"/>
          <p:cNvSpPr>
            <a:spLocks noGrp="1"/>
          </p:cNvSpPr>
          <p:nvPr>
            <p:ph type="pic" idx="13"/>
          </p:nvPr>
        </p:nvSpPr>
        <p:spPr>
          <a:xfrm>
            <a:off x="1143000" y="0"/>
            <a:ext cx="6858000" cy="5143500"/>
          </a:xfrm>
          <a:prstGeom prst="rect">
            <a:avLst/>
          </a:prstGeom>
        </p:spPr>
        <p:txBody>
          <a:bodyPr lIns="91439" tIns="45719" rIns="91439" bIns="45719" anchor="t">
            <a:noAutofit/>
          </a:bodyPr>
          <a:lstStyle>
            <a:lvl1pPr>
              <a:defRPr/>
            </a:lvl1pPr>
          </a:lstStyle>
          <a:p>
            <a:endParaRPr dirty="0"/>
          </a:p>
        </p:txBody>
      </p:sp>
      <p:sp>
        <p:nvSpPr>
          <p:cNvPr id="45"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4" name="Линия">
            <a:extLst>
              <a:ext uri="{FF2B5EF4-FFF2-40B4-BE49-F238E27FC236}">
                <a16:creationId xmlns:a16="http://schemas.microsoft.com/office/drawing/2014/main" id="{EA22366D-3D75-45F5-BE00-12188C19EB6C}"/>
              </a:ext>
            </a:extLst>
          </p:cNvPr>
          <p:cNvSpPr/>
          <p:nvPr userDrawn="1"/>
        </p:nvSpPr>
        <p:spPr>
          <a:xfrm>
            <a:off x="0" y="4867006"/>
            <a:ext cx="9100866" cy="0"/>
          </a:xfrm>
          <a:prstGeom prst="line">
            <a:avLst/>
          </a:prstGeom>
          <a:ln w="12700">
            <a:solidFill>
              <a:srgbClr val="0F2C68"/>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2" name="Нижний колонтитул 1">
            <a:extLst>
              <a:ext uri="{FF2B5EF4-FFF2-40B4-BE49-F238E27FC236}">
                <a16:creationId xmlns:a16="http://schemas.microsoft.com/office/drawing/2014/main" id="{5BC212B3-0FE4-4BC3-9C2F-EC77D1759DD4}"/>
              </a:ext>
            </a:extLst>
          </p:cNvPr>
          <p:cNvSpPr>
            <a:spLocks noGrp="1"/>
          </p:cNvSpPr>
          <p:nvPr>
            <p:ph type="ftr" sz="quarter" idx="14"/>
          </p:nvPr>
        </p:nvSpPr>
        <p:spPr/>
        <p:txBody>
          <a:bodyPr/>
          <a:lstStyle/>
          <a:p>
            <a:r>
              <a:rPr lang="ru-RU"/>
              <a:t>И.О. Фамилия, ВКР «Название темы»</a:t>
            </a:r>
          </a:p>
        </p:txBody>
      </p:sp>
      <p:pic>
        <p:nvPicPr>
          <p:cNvPr id="7" name="Рисунок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
        <p:nvSpPr>
          <p:cNvPr id="8" name="Название подразделения, лаборатории, факультета и т.д.">
            <a:extLst>
              <a:ext uri="{FF2B5EF4-FFF2-40B4-BE49-F238E27FC236}">
                <a16:creationId xmlns:a16="http://schemas.microsoft.com/office/drawing/2014/main" id="{DB26A9E8-F9DC-437A-B99D-596F1BE56558}"/>
              </a:ext>
            </a:extLst>
          </p:cNvPr>
          <p:cNvSpPr txBox="1"/>
          <p:nvPr userDrawn="1"/>
        </p:nvSpPr>
        <p:spPr>
          <a:xfrm>
            <a:off x="89502" y="4921011"/>
            <a:ext cx="2726599" cy="19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lvl1pPr algn="r">
              <a:defRPr sz="2400">
                <a:solidFill>
                  <a:srgbClr val="253957"/>
                </a:solidFill>
                <a:latin typeface="+mn-lt"/>
                <a:ea typeface="+mn-ea"/>
                <a:cs typeface="+mn-cs"/>
                <a:sym typeface="Arial Narrow"/>
              </a:defRPr>
            </a:lvl1pPr>
          </a:lstStyle>
          <a:p>
            <a:pPr algn="l"/>
            <a:r>
              <a:rPr lang="ru-RU" sz="900" dirty="0">
                <a:solidFill>
                  <a:srgbClr val="0F2C68"/>
                </a:solidFill>
                <a:latin typeface="HSE Sans" panose="02000000000000000000" pitchFamily="50" charset="0"/>
              </a:rPr>
              <a:t>ФКН, ОП Программная инженерия, 202</a:t>
            </a:r>
            <a:r>
              <a:rPr lang="en-US" sz="900" dirty="0">
                <a:solidFill>
                  <a:srgbClr val="0F2C68"/>
                </a:solidFill>
                <a:latin typeface="HSE Sans" panose="02000000000000000000" pitchFamily="50" charset="0"/>
              </a:rPr>
              <a:t>4</a:t>
            </a:r>
            <a:endParaRPr sz="900" dirty="0">
              <a:solidFill>
                <a:srgbClr val="0F2C68"/>
              </a:solidFill>
              <a:latin typeface="HSE Sans" panose="02000000000000000000" pitchFamily="50" charset="0"/>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презентации">
    <p:spTree>
      <p:nvGrpSpPr>
        <p:cNvPr id="1" name=""/>
        <p:cNvGrpSpPr/>
        <p:nvPr/>
      </p:nvGrpSpPr>
      <p:grpSpPr>
        <a:xfrm>
          <a:off x="0" y="0"/>
          <a:ext cx="0" cy="0"/>
          <a:chOff x="0" y="0"/>
          <a:chExt cx="0" cy="0"/>
        </a:xfrm>
      </p:grpSpPr>
      <p:sp>
        <p:nvSpPr>
          <p:cNvPr id="7" name="Номер слайда"/>
          <p:cNvSpPr txBox="1">
            <a:spLocks noGrp="1"/>
          </p:cNvSpPr>
          <p:nvPr>
            <p:ph type="sldNum" sz="quarter" idx="2"/>
          </p:nvPr>
        </p:nvSpPr>
        <p:spPr>
          <a:prstGeom prst="rect">
            <a:avLst/>
          </a:prstGeom>
        </p:spPr>
        <p:txBody>
          <a:bodyPr/>
          <a:lstStyle>
            <a:lvl1pPr>
              <a:defRPr/>
            </a:lvl1pPr>
          </a:lstStyle>
          <a:p>
            <a:fld id="{86CB4B4D-7CA3-9044-876B-883B54F8677D}" type="slidenum">
              <a:rPr lang="ru-RU" smtClean="0"/>
              <a:pPr/>
              <a:t>‹#›</a:t>
            </a:fld>
            <a:endParaRPr lang="ru-RU" dirty="0"/>
          </a:p>
        </p:txBody>
      </p:sp>
      <p:sp>
        <p:nvSpPr>
          <p:cNvPr id="15" name="Текст 3">
            <a:extLst>
              <a:ext uri="{FF2B5EF4-FFF2-40B4-BE49-F238E27FC236}">
                <a16:creationId xmlns:a16="http://schemas.microsoft.com/office/drawing/2014/main" id="{911C272D-3C45-4E45-AA89-BD711FAFC53B}"/>
              </a:ext>
            </a:extLst>
          </p:cNvPr>
          <p:cNvSpPr>
            <a:spLocks noGrp="1"/>
          </p:cNvSpPr>
          <p:nvPr>
            <p:ph type="body" sz="quarter" idx="14" hasCustomPrompt="1"/>
          </p:nvPr>
        </p:nvSpPr>
        <p:spPr>
          <a:xfrm>
            <a:off x="4572000" y="4741093"/>
            <a:ext cx="2288443" cy="350937"/>
          </a:xfrm>
        </p:spPr>
        <p:txBody>
          <a:bodyPr>
            <a:noAutofit/>
          </a:bodyPr>
          <a:lstStyle>
            <a:lvl1pPr marL="0" indent="0" algn="ctr">
              <a:lnSpc>
                <a:spcPct val="100000"/>
              </a:lnSpc>
              <a:spcBef>
                <a:spcPts val="0"/>
              </a:spcBef>
              <a:buNone/>
              <a:defRPr sz="1600">
                <a:solidFill>
                  <a:srgbClr val="0F2C68"/>
                </a:solidFill>
              </a:defRPr>
            </a:lvl1pPr>
          </a:lstStyle>
          <a:p>
            <a:pPr lvl="0"/>
            <a:r>
              <a:rPr lang="ru-RU" dirty="0"/>
              <a:t>Москва, 202</a:t>
            </a:r>
            <a:r>
              <a:rPr lang="en-US" dirty="0"/>
              <a:t>4</a:t>
            </a:r>
            <a:endParaRPr lang="ru-RU" dirty="0"/>
          </a:p>
        </p:txBody>
      </p:sp>
      <p:sp>
        <p:nvSpPr>
          <p:cNvPr id="5" name="Текст 4">
            <a:extLst>
              <a:ext uri="{FF2B5EF4-FFF2-40B4-BE49-F238E27FC236}">
                <a16:creationId xmlns:a16="http://schemas.microsoft.com/office/drawing/2014/main" id="{6FB36C0D-E54F-47F0-852B-D3A4FC722DD8}"/>
              </a:ext>
            </a:extLst>
          </p:cNvPr>
          <p:cNvSpPr>
            <a:spLocks noGrp="1"/>
          </p:cNvSpPr>
          <p:nvPr>
            <p:ph type="body" sz="quarter" idx="15" hasCustomPrompt="1"/>
          </p:nvPr>
        </p:nvSpPr>
        <p:spPr>
          <a:xfrm>
            <a:off x="3519914" y="843558"/>
            <a:ext cx="4392613" cy="1033212"/>
          </a:xfrm>
        </p:spPr>
        <p:txBody>
          <a:bodyPr>
            <a:normAutofit/>
          </a:bodyPr>
          <a:lstStyle>
            <a:lvl1pPr marL="0" indent="0">
              <a:buNone/>
              <a:defRPr sz="1800">
                <a:solidFill>
                  <a:srgbClr val="0F2C68"/>
                </a:solidFill>
                <a:latin typeface="HSE Sans" panose="02000000000000000000" pitchFamily="50" charset="0"/>
              </a:defRPr>
            </a:lvl1pPr>
          </a:lstStyle>
          <a:p>
            <a:pPr marL="0" marR="0" lvl="0" indent="0" algn="l" defTabSz="308074" rtl="0" eaLnBrk="1" fontAlgn="auto" latinLnBrk="0" hangingPunct="1">
              <a:lnSpc>
                <a:spcPct val="100000"/>
              </a:lnSpc>
              <a:spcBef>
                <a:spcPts val="0"/>
              </a:spcBef>
              <a:spcAft>
                <a:spcPts val="600"/>
              </a:spcAft>
              <a:buClrTx/>
              <a:buSzPct val="75000"/>
              <a:buFontTx/>
              <a:buNone/>
              <a:tabLst/>
              <a:defRPr/>
            </a:pPr>
            <a:r>
              <a:rPr kumimoji="0" lang="ru-RU" sz="1600" b="0" i="0" u="none" strike="noStrike" cap="none" spc="0" normalizeH="0" baseline="0" dirty="0">
                <a:ln>
                  <a:noFill/>
                </a:ln>
                <a:solidFill>
                  <a:srgbClr val="000000"/>
                </a:solidFill>
                <a:effectLst/>
                <a:uFillTx/>
                <a:latin typeface="+mj-lt"/>
                <a:ea typeface="+mj-ea"/>
                <a:cs typeface="+mj-cs"/>
                <a:sym typeface="Helvetica Light"/>
              </a:rPr>
              <a:t>Благодарю за внимание</a:t>
            </a:r>
          </a:p>
        </p:txBody>
      </p:sp>
      <p:sp>
        <p:nvSpPr>
          <p:cNvPr id="16" name="Текст 4">
            <a:extLst>
              <a:ext uri="{FF2B5EF4-FFF2-40B4-BE49-F238E27FC236}">
                <a16:creationId xmlns:a16="http://schemas.microsoft.com/office/drawing/2014/main" id="{117D62AD-8444-4DA1-ACFC-B49941B0B046}"/>
              </a:ext>
            </a:extLst>
          </p:cNvPr>
          <p:cNvSpPr>
            <a:spLocks noGrp="1"/>
          </p:cNvSpPr>
          <p:nvPr>
            <p:ph type="body" sz="quarter" idx="16" hasCustomPrompt="1"/>
          </p:nvPr>
        </p:nvSpPr>
        <p:spPr>
          <a:xfrm>
            <a:off x="3519913" y="2275719"/>
            <a:ext cx="4392613" cy="1033212"/>
          </a:xfrm>
        </p:spPr>
        <p:txBody>
          <a:bodyPr>
            <a:normAutofit/>
          </a:bodyPr>
          <a:lstStyle>
            <a:lvl1pPr marL="0" indent="0">
              <a:buNone/>
              <a:defRPr sz="1800">
                <a:solidFill>
                  <a:srgbClr val="0F2C68"/>
                </a:solidFill>
                <a:latin typeface="HSE Sans" panose="02000000000000000000" pitchFamily="50" charset="0"/>
              </a:defRPr>
            </a:lvl1pPr>
          </a:lstStyle>
          <a:p>
            <a:pPr marL="0" marR="0" lvl="0" indent="0" algn="l" defTabSz="308074" rtl="0" eaLnBrk="1" fontAlgn="auto" latinLnBrk="0" hangingPunct="1">
              <a:lnSpc>
                <a:spcPct val="100000"/>
              </a:lnSpc>
              <a:spcBef>
                <a:spcPts val="0"/>
              </a:spcBef>
              <a:spcAft>
                <a:spcPts val="600"/>
              </a:spcAft>
              <a:buClrTx/>
              <a:buSzPct val="75000"/>
              <a:buFontTx/>
              <a:buNone/>
              <a:tabLst/>
              <a:defRPr/>
            </a:pPr>
            <a:r>
              <a:rPr kumimoji="0" lang="ru-RU" sz="1600" b="0" i="0" u="none" strike="noStrike" cap="none" spc="0" normalizeH="0" baseline="0" dirty="0">
                <a:ln>
                  <a:noFill/>
                </a:ln>
                <a:solidFill>
                  <a:srgbClr val="000000"/>
                </a:solidFill>
                <a:effectLst/>
                <a:uFillTx/>
                <a:latin typeface="+mj-lt"/>
                <a:ea typeface="+mj-ea"/>
                <a:cs typeface="+mj-cs"/>
                <a:sym typeface="Helvetica Light"/>
              </a:rPr>
              <a:t>Автор,</a:t>
            </a:r>
            <a:r>
              <a:rPr kumimoji="0" lang="en-US" sz="1600" b="0" i="0" u="none" strike="noStrike" cap="none" spc="0" normalizeH="0" baseline="0" dirty="0">
                <a:ln>
                  <a:noFill/>
                </a:ln>
                <a:solidFill>
                  <a:srgbClr val="000000"/>
                </a:solidFill>
                <a:effectLst/>
                <a:uFillTx/>
                <a:latin typeface="+mj-lt"/>
                <a:ea typeface="+mj-ea"/>
                <a:cs typeface="+mj-cs"/>
                <a:sym typeface="Helvetica Light"/>
              </a:rPr>
              <a:t> </a:t>
            </a:r>
            <a:r>
              <a:rPr kumimoji="0" lang="ru-RU" sz="1600" b="0" i="0" u="none" strike="noStrike" cap="none" spc="0" normalizeH="0" baseline="0" dirty="0">
                <a:ln>
                  <a:noFill/>
                </a:ln>
                <a:solidFill>
                  <a:srgbClr val="000000"/>
                </a:solidFill>
                <a:effectLst/>
                <a:uFillTx/>
                <a:latin typeface="+mj-lt"/>
                <a:ea typeface="+mj-ea"/>
                <a:cs typeface="+mj-cs"/>
                <a:sym typeface="Helvetica Light"/>
              </a:rPr>
              <a:t>Тема ВКР,</a:t>
            </a:r>
            <a:r>
              <a:rPr kumimoji="0" lang="en-US" sz="1600" b="0" i="0" u="none" strike="noStrike" cap="none" spc="0" normalizeH="0" baseline="0" dirty="0">
                <a:ln>
                  <a:noFill/>
                </a:ln>
                <a:solidFill>
                  <a:srgbClr val="000000"/>
                </a:solidFill>
                <a:effectLst/>
                <a:uFillTx/>
                <a:latin typeface="+mj-lt"/>
                <a:ea typeface="+mj-ea"/>
                <a:cs typeface="+mj-cs"/>
                <a:sym typeface="Helvetica Light"/>
              </a:rPr>
              <a:t> </a:t>
            </a:r>
            <a:r>
              <a:rPr kumimoji="0" lang="ru-RU" sz="1600" b="0" i="0" u="none" strike="noStrike" cap="none" spc="0" normalizeH="0" baseline="0" dirty="0">
                <a:ln>
                  <a:noFill/>
                </a:ln>
                <a:solidFill>
                  <a:srgbClr val="000000"/>
                </a:solidFill>
                <a:effectLst/>
                <a:uFillTx/>
                <a:latin typeface="+mj-lt"/>
                <a:ea typeface="+mj-ea"/>
                <a:cs typeface="+mj-cs"/>
                <a:sym typeface="Helvetica Light"/>
              </a:rPr>
              <a:t>Е-</a:t>
            </a:r>
            <a:r>
              <a:rPr kumimoji="0" lang="en-US" sz="1600" b="0" i="0" u="none" strike="noStrike" cap="none" spc="0" normalizeH="0" baseline="0" dirty="0">
                <a:ln>
                  <a:noFill/>
                </a:ln>
                <a:solidFill>
                  <a:srgbClr val="000000"/>
                </a:solidFill>
                <a:effectLst/>
                <a:uFillTx/>
                <a:latin typeface="+mj-lt"/>
                <a:ea typeface="+mj-ea"/>
                <a:cs typeface="+mj-cs"/>
                <a:sym typeface="Helvetica Light"/>
              </a:rPr>
              <a:t>mail</a:t>
            </a:r>
            <a:endParaRPr kumimoji="0" lang="ru-RU" sz="1600" b="0" i="0" u="none" strike="noStrike" cap="none" spc="0" normalizeH="0" baseline="0" dirty="0">
              <a:ln>
                <a:noFill/>
              </a:ln>
              <a:solidFill>
                <a:srgbClr val="000000"/>
              </a:solidFill>
              <a:effectLst/>
              <a:uFillTx/>
              <a:latin typeface="+mj-lt"/>
              <a:ea typeface="+mj-ea"/>
              <a:cs typeface="+mj-cs"/>
              <a:sym typeface="Helvetica Light"/>
            </a:endParaRPr>
          </a:p>
        </p:txBody>
      </p:sp>
      <p:grpSp>
        <p:nvGrpSpPr>
          <p:cNvPr id="12" name="Группа 11"/>
          <p:cNvGrpSpPr/>
          <p:nvPr userDrawn="1"/>
        </p:nvGrpSpPr>
        <p:grpSpPr>
          <a:xfrm>
            <a:off x="0" y="-20538"/>
            <a:ext cx="2241302" cy="5180654"/>
            <a:chOff x="0" y="16616"/>
            <a:chExt cx="2241302" cy="5143500"/>
          </a:xfrm>
        </p:grpSpPr>
        <p:sp>
          <p:nvSpPr>
            <p:cNvPr id="13" name="Прямоугольник 12">
              <a:extLst>
                <a:ext uri="{FF2B5EF4-FFF2-40B4-BE49-F238E27FC236}">
                  <a16:creationId xmlns:a16="http://schemas.microsoft.com/office/drawing/2014/main" id="{ACEEA986-1D6A-4935-BBAE-D2778A7692CC}"/>
                </a:ext>
              </a:extLst>
            </p:cNvPr>
            <p:cNvSpPr/>
            <p:nvPr userDrawn="1"/>
          </p:nvSpPr>
          <p:spPr>
            <a:xfrm>
              <a:off x="0" y="16616"/>
              <a:ext cx="2241302" cy="5143500"/>
            </a:xfrm>
            <a:prstGeom prst="rect">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j-lt"/>
                <a:ea typeface="+mj-ea"/>
                <a:cs typeface="+mj-cs"/>
                <a:sym typeface="Helvetica Light"/>
              </a:endParaRPr>
            </a:p>
          </p:txBody>
        </p:sp>
        <p:pic>
          <p:nvPicPr>
            <p:cNvPr id="17" name="Рисунок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2599" y="280793"/>
              <a:ext cx="936104" cy="940499"/>
            </a:xfrm>
            <a:prstGeom prst="rect">
              <a:avLst/>
            </a:prstGeom>
          </p:spPr>
        </p:pic>
      </p:grpSp>
    </p:spTree>
    <p:extLst>
      <p:ext uri="{BB962C8B-B14F-4D97-AF65-F5344CB8AC3E}">
        <p14:creationId xmlns:p14="http://schemas.microsoft.com/office/powerpoint/2010/main" val="414822501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Текст заголовка"/>
          <p:cNvSpPr txBox="1">
            <a:spLocks noGrp="1"/>
          </p:cNvSpPr>
          <p:nvPr>
            <p:ph type="title"/>
          </p:nvPr>
        </p:nvSpPr>
        <p:spPr>
          <a:xfrm>
            <a:off x="1043608" y="51470"/>
            <a:ext cx="8100392" cy="9361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normAutofit/>
          </a:bodyPr>
          <a:lstStyle/>
          <a:p>
            <a:r>
              <a:rPr dirty="0" err="1"/>
              <a:t>Текст</a:t>
            </a:r>
            <a:r>
              <a:rPr dirty="0"/>
              <a:t> </a:t>
            </a:r>
            <a:r>
              <a:rPr dirty="0" err="1"/>
              <a:t>заголовка</a:t>
            </a:r>
            <a:endParaRPr dirty="0"/>
          </a:p>
        </p:txBody>
      </p:sp>
      <p:sp>
        <p:nvSpPr>
          <p:cNvPr id="3" name="Уровень текста 1…"/>
          <p:cNvSpPr txBox="1">
            <a:spLocks noGrp="1"/>
          </p:cNvSpPr>
          <p:nvPr>
            <p:ph type="body" idx="1"/>
          </p:nvPr>
        </p:nvSpPr>
        <p:spPr>
          <a:xfrm>
            <a:off x="251520" y="1131590"/>
            <a:ext cx="8712968" cy="36994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t">
            <a:normAutofit/>
          </a:bodyPr>
          <a:lstStyle/>
          <a:p>
            <a:r>
              <a:rPr dirty="0" err="1"/>
              <a:t>Уровень</a:t>
            </a:r>
            <a:r>
              <a:rPr dirty="0"/>
              <a:t> </a:t>
            </a:r>
            <a:r>
              <a:rPr dirty="0" err="1"/>
              <a:t>текста</a:t>
            </a:r>
            <a:r>
              <a:rPr dirty="0"/>
              <a:t> 1</a:t>
            </a:r>
          </a:p>
          <a:p>
            <a:pPr lvl="1"/>
            <a:r>
              <a:rPr dirty="0" err="1"/>
              <a:t>Уровень</a:t>
            </a:r>
            <a:r>
              <a:rPr dirty="0"/>
              <a:t> </a:t>
            </a:r>
            <a:r>
              <a:rPr dirty="0" err="1"/>
              <a:t>текста</a:t>
            </a:r>
            <a:r>
              <a:rPr dirty="0"/>
              <a:t> 2</a:t>
            </a:r>
          </a:p>
          <a:p>
            <a:pPr lvl="2"/>
            <a:r>
              <a:rPr dirty="0" err="1"/>
              <a:t>Уровень</a:t>
            </a:r>
            <a:r>
              <a:rPr dirty="0"/>
              <a:t> </a:t>
            </a:r>
            <a:r>
              <a:rPr dirty="0" err="1"/>
              <a:t>текста</a:t>
            </a:r>
            <a:r>
              <a:rPr dirty="0"/>
              <a:t> 3</a:t>
            </a:r>
          </a:p>
          <a:p>
            <a:pPr lvl="3"/>
            <a:r>
              <a:rPr dirty="0" err="1"/>
              <a:t>Уровень</a:t>
            </a:r>
            <a:r>
              <a:rPr dirty="0"/>
              <a:t> </a:t>
            </a:r>
            <a:r>
              <a:rPr dirty="0" err="1"/>
              <a:t>текста</a:t>
            </a:r>
            <a:r>
              <a:rPr dirty="0"/>
              <a:t> 4</a:t>
            </a:r>
          </a:p>
          <a:p>
            <a:pPr lvl="4"/>
            <a:r>
              <a:rPr dirty="0" err="1"/>
              <a:t>Уровень</a:t>
            </a:r>
            <a:r>
              <a:rPr dirty="0"/>
              <a:t> </a:t>
            </a:r>
            <a:r>
              <a:rPr dirty="0" err="1"/>
              <a:t>текста</a:t>
            </a:r>
            <a:r>
              <a:rPr dirty="0"/>
              <a:t> 5</a:t>
            </a:r>
          </a:p>
        </p:txBody>
      </p:sp>
      <p:sp>
        <p:nvSpPr>
          <p:cNvPr id="4" name="Номер слайда"/>
          <p:cNvSpPr txBox="1">
            <a:spLocks noGrp="1"/>
          </p:cNvSpPr>
          <p:nvPr>
            <p:ph type="sldNum" sz="quarter" idx="2"/>
          </p:nvPr>
        </p:nvSpPr>
        <p:spPr>
          <a:xfrm>
            <a:off x="8809119" y="4867005"/>
            <a:ext cx="298159" cy="282769"/>
          </a:xfrm>
          <a:prstGeom prst="rect">
            <a:avLst/>
          </a:prstGeom>
          <a:ln w="12700">
            <a:miter lim="400000"/>
          </a:ln>
        </p:spPr>
        <p:txBody>
          <a:bodyPr wrap="none" lIns="71437" tIns="71437" rIns="71437" bIns="71437">
            <a:spAutoFit/>
          </a:bodyPr>
          <a:lstStyle>
            <a:lvl1pPr>
              <a:defRPr sz="900">
                <a:solidFill>
                  <a:srgbClr val="0F2C68"/>
                </a:solidFill>
                <a:latin typeface="HSE Sans" panose="02000000000000000000" pitchFamily="50" charset="0"/>
                <a:cs typeface="Arial" panose="020B0604020202020204" pitchFamily="34" charset="0"/>
              </a:defRPr>
            </a:lvl1pPr>
          </a:lstStyle>
          <a:p>
            <a:fld id="{86CB4B4D-7CA3-9044-876B-883B54F8677D}" type="slidenum">
              <a:rPr lang="ru-RU" smtClean="0"/>
              <a:pPr/>
              <a:t>‹#›</a:t>
            </a:fld>
            <a:endParaRPr lang="ru-RU" dirty="0"/>
          </a:p>
        </p:txBody>
      </p:sp>
      <p:pic>
        <p:nvPicPr>
          <p:cNvPr id="5" name="Изображение" descr="Изображение">
            <a:extLst>
              <a:ext uri="{FF2B5EF4-FFF2-40B4-BE49-F238E27FC236}">
                <a16:creationId xmlns:a16="http://schemas.microsoft.com/office/drawing/2014/main" id="{DA8E78BE-BFAE-42F2-8639-0C3D4D832E71}"/>
              </a:ext>
            </a:extLst>
          </p:cNvPr>
          <p:cNvPicPr>
            <a:picLocks noChangeAspect="1"/>
          </p:cNvPicPr>
          <p:nvPr userDrawn="1"/>
        </p:nvPicPr>
        <p:blipFill>
          <a:blip r:embed="rId16"/>
          <a:stretch>
            <a:fillRect/>
          </a:stretch>
        </p:blipFill>
        <p:spPr>
          <a:xfrm>
            <a:off x="107504" y="87474"/>
            <a:ext cx="864096" cy="864096"/>
          </a:xfrm>
          <a:prstGeom prst="rect">
            <a:avLst/>
          </a:prstGeom>
          <a:ln w="12700">
            <a:miter lim="400000"/>
          </a:ln>
        </p:spPr>
      </p:pic>
      <p:sp>
        <p:nvSpPr>
          <p:cNvPr id="10" name="Нижний колонтитул 9">
            <a:extLst>
              <a:ext uri="{FF2B5EF4-FFF2-40B4-BE49-F238E27FC236}">
                <a16:creationId xmlns:a16="http://schemas.microsoft.com/office/drawing/2014/main" id="{F2FCDA27-137F-4DFE-BA72-1F0D596236F6}"/>
              </a:ext>
            </a:extLst>
          </p:cNvPr>
          <p:cNvSpPr>
            <a:spLocks noGrp="1"/>
          </p:cNvSpPr>
          <p:nvPr>
            <p:ph type="ftr" sz="quarter" idx="3"/>
          </p:nvPr>
        </p:nvSpPr>
        <p:spPr>
          <a:xfrm>
            <a:off x="2411760" y="4876006"/>
            <a:ext cx="6264696" cy="253460"/>
          </a:xfrm>
          <a:prstGeom prst="rect">
            <a:avLst/>
          </a:prstGeom>
        </p:spPr>
        <p:txBody>
          <a:bodyPr vert="horz" lIns="91440" tIns="45720" rIns="91440" bIns="45720" rtlCol="0" anchor="ctr"/>
          <a:lstStyle>
            <a:lvl1pPr algn="ctr">
              <a:defRPr sz="900">
                <a:solidFill>
                  <a:srgbClr val="0F2C68"/>
                </a:solidFill>
                <a:latin typeface="HSE Sans" panose="02000000000000000000" pitchFamily="50" charset="0"/>
                <a:cs typeface="Arial" panose="020B0604020202020204" pitchFamily="34" charset="0"/>
              </a:defRPr>
            </a:lvl1pPr>
          </a:lstStyle>
          <a:p>
            <a:r>
              <a:rPr lang="ru-RU"/>
              <a:t>И.О. Фамилия, ВКР «Название темы»</a:t>
            </a:r>
            <a:endParaRPr lang="ru-RU" dirty="0"/>
          </a:p>
        </p:txBody>
      </p:sp>
      <p:pic>
        <p:nvPicPr>
          <p:cNvPr id="7" name="Рисунок 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35496" y="51470"/>
            <a:ext cx="936000" cy="94039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70" r:id="rId3"/>
    <p:sldLayoutId id="2147483666" r:id="rId4"/>
    <p:sldLayoutId id="2147483667" r:id="rId5"/>
    <p:sldLayoutId id="2147483669" r:id="rId6"/>
    <p:sldLayoutId id="2147483653" r:id="rId7"/>
    <p:sldLayoutId id="2147483671" r:id="rId8"/>
    <p:sldLayoutId id="2147483672" r:id="rId9"/>
    <p:sldLayoutId id="2147483673" r:id="rId10"/>
    <p:sldLayoutId id="2147483668" r:id="rId11"/>
    <p:sldLayoutId id="2147483657" r:id="rId12"/>
    <p:sldLayoutId id="2147483659" r:id="rId13"/>
    <p:sldLayoutId id="2147483674" r:id="rId14"/>
  </p:sldLayoutIdLst>
  <p:transition spd="med"/>
  <p:hf hdr="0" dt="0"/>
  <p:txStyles>
    <p:titleStyle>
      <a:lvl1pPr marL="0" marR="0" indent="0" algn="l" defTabSz="308074" rtl="0" latinLnBrk="0">
        <a:lnSpc>
          <a:spcPct val="100000"/>
        </a:lnSpc>
        <a:spcBef>
          <a:spcPts val="0"/>
        </a:spcBef>
        <a:spcAft>
          <a:spcPts val="0"/>
        </a:spcAft>
        <a:buClrTx/>
        <a:buSzTx/>
        <a:buFontTx/>
        <a:buNone/>
        <a:tabLst/>
        <a:defRPr sz="2800" b="1"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1pPr>
      <a:lvl2pPr marL="0" marR="0" indent="85725"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2pPr>
      <a:lvl3pPr marL="0" marR="0" indent="171450"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3pPr>
      <a:lvl4pPr marL="0" marR="0" indent="257175"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4pPr>
      <a:lvl5pPr marL="0" marR="0" indent="342900"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5pPr>
      <a:lvl6pPr marL="0" marR="0" indent="428625"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6pPr>
      <a:lvl7pPr marL="0" marR="0" indent="514350"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7pPr>
      <a:lvl8pPr marL="0" marR="0" indent="600075"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8pPr>
      <a:lvl9pPr marL="0" marR="0" indent="685800" algn="ctr" defTabSz="308074"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j-lt"/>
          <a:ea typeface="+mj-ea"/>
          <a:cs typeface="+mj-cs"/>
          <a:sym typeface="Helvetica Light"/>
        </a:defRPr>
      </a:lvl9pPr>
    </p:titleStyle>
    <p:bodyStyle>
      <a:lvl1pPr marL="231510" marR="0" indent="-231510" algn="l" defTabSz="308074" rtl="0" latinLnBrk="0">
        <a:lnSpc>
          <a:spcPct val="100000"/>
        </a:lnSpc>
        <a:spcBef>
          <a:spcPts val="0"/>
        </a:spcBef>
        <a:spcAft>
          <a:spcPts val="600"/>
        </a:spcAft>
        <a:buClrTx/>
        <a:buSzPct val="75000"/>
        <a:buFontTx/>
        <a:buChar char="•"/>
        <a:tabLst/>
        <a:defRPr sz="1600" b="0"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1pPr>
      <a:lvl2pPr marL="398198" marR="0" indent="-231510" algn="l" defTabSz="308074" rtl="0" latinLnBrk="0">
        <a:lnSpc>
          <a:spcPct val="100000"/>
        </a:lnSpc>
        <a:spcBef>
          <a:spcPts val="0"/>
        </a:spcBef>
        <a:spcAft>
          <a:spcPts val="600"/>
        </a:spcAft>
        <a:buClrTx/>
        <a:buSzPct val="75000"/>
        <a:buFontTx/>
        <a:buChar char="•"/>
        <a:tabLst/>
        <a:defRPr sz="1400" b="0"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2pPr>
      <a:lvl3pPr marL="564885" marR="0" indent="-231510" algn="l" defTabSz="308074" rtl="0" latinLnBrk="0">
        <a:lnSpc>
          <a:spcPct val="100000"/>
        </a:lnSpc>
        <a:spcBef>
          <a:spcPts val="0"/>
        </a:spcBef>
        <a:spcAft>
          <a:spcPts val="600"/>
        </a:spcAft>
        <a:buClrTx/>
        <a:buSzPct val="75000"/>
        <a:buFontTx/>
        <a:buChar char="•"/>
        <a:tabLst/>
        <a:defRPr sz="1400" b="0"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3pPr>
      <a:lvl4pPr marL="731573" marR="0" indent="-231510" algn="l" defTabSz="308074" rtl="0" latinLnBrk="0">
        <a:lnSpc>
          <a:spcPct val="100000"/>
        </a:lnSpc>
        <a:spcBef>
          <a:spcPts val="0"/>
        </a:spcBef>
        <a:spcAft>
          <a:spcPts val="600"/>
        </a:spcAft>
        <a:buClrTx/>
        <a:buSzPct val="75000"/>
        <a:buFontTx/>
        <a:buChar char="•"/>
        <a:tabLst/>
        <a:defRPr sz="1400" b="0"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4pPr>
      <a:lvl5pPr marL="898260" marR="0" indent="-231510" algn="l" defTabSz="308074" rtl="0" latinLnBrk="0">
        <a:lnSpc>
          <a:spcPct val="100000"/>
        </a:lnSpc>
        <a:spcBef>
          <a:spcPts val="0"/>
        </a:spcBef>
        <a:spcAft>
          <a:spcPts val="600"/>
        </a:spcAft>
        <a:buClrTx/>
        <a:buSzPct val="75000"/>
        <a:buFontTx/>
        <a:buChar char="•"/>
        <a:tabLst/>
        <a:defRPr sz="1400" b="0" i="0" u="none" strike="noStrike" cap="none" spc="0" baseline="0">
          <a:ln>
            <a:noFill/>
          </a:ln>
          <a:solidFill>
            <a:srgbClr val="0F2C68"/>
          </a:solidFill>
          <a:uFillTx/>
          <a:latin typeface="HSE Sans" panose="02000000000000000000" pitchFamily="50" charset="0"/>
          <a:ea typeface="+mj-ea"/>
          <a:cs typeface="Arial" panose="020B0604020202020204" pitchFamily="34" charset="0"/>
          <a:sym typeface="Helvetica Light"/>
        </a:defRPr>
      </a:lvl5pPr>
      <a:lvl6pPr marL="1064948" marR="0" indent="-231510" algn="l" defTabSz="308074" rtl="0" latinLnBrk="0">
        <a:lnSpc>
          <a:spcPct val="100000"/>
        </a:lnSpc>
        <a:spcBef>
          <a:spcPts val="2213"/>
        </a:spcBef>
        <a:spcAft>
          <a:spcPts val="0"/>
        </a:spcAft>
        <a:buClrTx/>
        <a:buSzPct val="75000"/>
        <a:buFontTx/>
        <a:buChar char="•"/>
        <a:tabLst/>
        <a:defRPr sz="1875" b="0" i="0" u="none" strike="noStrike" cap="none" spc="0" baseline="0">
          <a:ln>
            <a:noFill/>
          </a:ln>
          <a:solidFill>
            <a:srgbClr val="000000"/>
          </a:solidFill>
          <a:uFillTx/>
          <a:latin typeface="+mj-lt"/>
          <a:ea typeface="+mj-ea"/>
          <a:cs typeface="+mj-cs"/>
          <a:sym typeface="Helvetica Light"/>
        </a:defRPr>
      </a:lvl6pPr>
      <a:lvl7pPr marL="1231635" marR="0" indent="-231510" algn="l" defTabSz="308074" rtl="0" latinLnBrk="0">
        <a:lnSpc>
          <a:spcPct val="100000"/>
        </a:lnSpc>
        <a:spcBef>
          <a:spcPts val="2213"/>
        </a:spcBef>
        <a:spcAft>
          <a:spcPts val="0"/>
        </a:spcAft>
        <a:buClrTx/>
        <a:buSzPct val="75000"/>
        <a:buFontTx/>
        <a:buChar char="•"/>
        <a:tabLst/>
        <a:defRPr sz="1875" b="0" i="0" u="none" strike="noStrike" cap="none" spc="0" baseline="0">
          <a:ln>
            <a:noFill/>
          </a:ln>
          <a:solidFill>
            <a:srgbClr val="000000"/>
          </a:solidFill>
          <a:uFillTx/>
          <a:latin typeface="+mj-lt"/>
          <a:ea typeface="+mj-ea"/>
          <a:cs typeface="+mj-cs"/>
          <a:sym typeface="Helvetica Light"/>
        </a:defRPr>
      </a:lvl7pPr>
      <a:lvl8pPr marL="1398323" marR="0" indent="-231510" algn="l" defTabSz="308074" rtl="0" latinLnBrk="0">
        <a:lnSpc>
          <a:spcPct val="100000"/>
        </a:lnSpc>
        <a:spcBef>
          <a:spcPts val="2213"/>
        </a:spcBef>
        <a:spcAft>
          <a:spcPts val="0"/>
        </a:spcAft>
        <a:buClrTx/>
        <a:buSzPct val="75000"/>
        <a:buFontTx/>
        <a:buChar char="•"/>
        <a:tabLst/>
        <a:defRPr sz="1875" b="0" i="0" u="none" strike="noStrike" cap="none" spc="0" baseline="0">
          <a:ln>
            <a:noFill/>
          </a:ln>
          <a:solidFill>
            <a:srgbClr val="000000"/>
          </a:solidFill>
          <a:uFillTx/>
          <a:latin typeface="+mj-lt"/>
          <a:ea typeface="+mj-ea"/>
          <a:cs typeface="+mj-cs"/>
          <a:sym typeface="Helvetica Light"/>
        </a:defRPr>
      </a:lvl8pPr>
      <a:lvl9pPr marL="1565010" marR="0" indent="-231510" algn="l" defTabSz="308074" rtl="0" latinLnBrk="0">
        <a:lnSpc>
          <a:spcPct val="100000"/>
        </a:lnSpc>
        <a:spcBef>
          <a:spcPts val="2213"/>
        </a:spcBef>
        <a:spcAft>
          <a:spcPts val="0"/>
        </a:spcAft>
        <a:buClrTx/>
        <a:buSzPct val="75000"/>
        <a:buFontTx/>
        <a:buChar char="•"/>
        <a:tabLst/>
        <a:defRPr sz="1875" b="0" i="0" u="none" strike="noStrike" cap="none" spc="0" baseline="0">
          <a:ln>
            <a:noFill/>
          </a:ln>
          <a:solidFill>
            <a:srgbClr val="000000"/>
          </a:solidFill>
          <a:uFillTx/>
          <a:latin typeface="+mj-lt"/>
          <a:ea typeface="+mj-ea"/>
          <a:cs typeface="+mj-cs"/>
          <a:sym typeface="Helvetica Light"/>
        </a:defRPr>
      </a:lvl9pPr>
    </p:bodyStyle>
    <p:otherStyle>
      <a:lvl1pPr marL="0" marR="0" indent="0"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1pPr>
      <a:lvl2pPr marL="0" marR="0" indent="85725"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2pPr>
      <a:lvl3pPr marL="0" marR="0" indent="171450"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3pPr>
      <a:lvl4pPr marL="0" marR="0" indent="257175"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4pPr>
      <a:lvl5pPr marL="0" marR="0" indent="342900"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5pPr>
      <a:lvl6pPr marL="0" marR="0" indent="428625"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6pPr>
      <a:lvl7pPr marL="0" marR="0" indent="514350"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7pPr>
      <a:lvl8pPr marL="0" marR="0" indent="600075"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8pPr>
      <a:lvl9pPr marL="0" marR="0" indent="685800" algn="ctr" defTabSz="308074" rtl="0"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vk.com/away.php?utf=1&amp;to=https%3A%2F%2Fspring.io%2Fprojects%2Fspring-boot" TargetMode="External"/><Relationship Id="rId2" Type="http://schemas.openxmlformats.org/officeDocument/2006/relationships/hyperlink" Target="https://www.postgresql.org/" TargetMode="External"/><Relationship Id="rId1" Type="http://schemas.openxmlformats.org/officeDocument/2006/relationships/slideLayout" Target="../slideLayouts/slideLayout2.xml"/><Relationship Id="rId6" Type="http://schemas.openxmlformats.org/officeDocument/2006/relationships/hyperlink" Target="https://link.springer.com/chapter/10.1007/978-3-031-62792-7_6" TargetMode="External"/><Relationship Id="rId5" Type="http://schemas.openxmlformats.org/officeDocument/2006/relationships/hyperlink" Target="https://vk.com/away.php?utf=1&amp;to=https%3A%2F%2Fmaven.apache.org" TargetMode="External"/><Relationship Id="rId4" Type="http://schemas.openxmlformats.org/officeDocument/2006/relationships/hyperlink" Target="https://vk.com/away.php?utf=1&amp;to=https%3A%2F%2Fwww.jetbrains.com%2Fru-ru%2Fidea%2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Линия"/>
          <p:cNvSpPr/>
          <p:nvPr/>
        </p:nvSpPr>
        <p:spPr>
          <a:xfrm flipV="1">
            <a:off x="3888879" y="601562"/>
            <a:ext cx="0" cy="1041506"/>
          </a:xfrm>
          <a:prstGeom prst="line">
            <a:avLst/>
          </a:prstGeom>
          <a:ln w="12700">
            <a:solidFill>
              <a:srgbClr val="FFFFFF"/>
            </a:solidFill>
            <a:miter lim="400000"/>
          </a:ln>
        </p:spPr>
        <p:txBody>
          <a:bodyPr lIns="26789" tIns="26789" rIns="26789" bIns="26789" anchor="ctr"/>
          <a:lstStyle/>
          <a:p>
            <a:pPr>
              <a:defRPr sz="3200"/>
            </a:pPr>
            <a:endParaRPr sz="1200" dirty="0">
              <a:latin typeface="Arial" panose="020B0604020202020204" pitchFamily="34" charset="0"/>
              <a:cs typeface="Arial" panose="020B0604020202020204" pitchFamily="34" charset="0"/>
            </a:endParaRPr>
          </a:p>
        </p:txBody>
      </p:sp>
      <p:sp>
        <p:nvSpPr>
          <p:cNvPr id="52" name="Очень крутой…"/>
          <p:cNvSpPr txBox="1"/>
          <p:nvPr/>
        </p:nvSpPr>
        <p:spPr>
          <a:xfrm>
            <a:off x="2621386" y="1099600"/>
            <a:ext cx="6332273" cy="10434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b"/>
          <a:lstStyle/>
          <a:p>
            <a:pPr>
              <a:defRPr sz="7000" b="1" cap="all">
                <a:solidFill>
                  <a:srgbClr val="253957"/>
                </a:solidFill>
                <a:latin typeface="+mn-lt"/>
                <a:ea typeface="+mn-ea"/>
                <a:cs typeface="+mn-cs"/>
                <a:sym typeface="Arial Narrow"/>
              </a:defRPr>
            </a:pPr>
            <a:r>
              <a:rPr lang="ru-RU" sz="1600" dirty="0">
                <a:effectLst/>
                <a:latin typeface="Century Gothic" panose="020B0502020202020204" pitchFamily="34" charset="0"/>
                <a:ea typeface="Calibri" panose="020F0502020204030204" pitchFamily="34" charset="0"/>
              </a:rPr>
              <a:t>Веб-сервис составления расписаний </a:t>
            </a:r>
            <a:r>
              <a:rPr lang="ru-RU" sz="1600">
                <a:effectLst/>
                <a:latin typeface="Century Gothic" panose="020B0502020202020204" pitchFamily="34" charset="0"/>
                <a:ea typeface="Calibri" panose="020F0502020204030204" pitchFamily="34" charset="0"/>
              </a:rPr>
              <a:t>для вузов</a:t>
            </a:r>
            <a:endParaRPr lang="ru-RU" sz="1600" dirty="0">
              <a:latin typeface="Century Gothic" panose="020B0502020202020204" pitchFamily="34" charset="0"/>
              <a:ea typeface="Calibri" panose="020F0502020204030204" pitchFamily="34" charset="0"/>
            </a:endParaRPr>
          </a:p>
          <a:p>
            <a:pPr>
              <a:defRPr sz="7000" b="1" cap="all">
                <a:solidFill>
                  <a:srgbClr val="253957"/>
                </a:solidFill>
                <a:latin typeface="+mn-lt"/>
                <a:ea typeface="+mn-ea"/>
                <a:cs typeface="+mn-cs"/>
                <a:sym typeface="Arial Narrow"/>
              </a:defRPr>
            </a:pPr>
            <a:r>
              <a:rPr lang="ru-RU" sz="1600">
                <a:effectLst/>
                <a:latin typeface="Century Gothic" panose="020B0502020202020204" pitchFamily="34" charset="0"/>
                <a:ea typeface="Calibri" panose="020F0502020204030204" pitchFamily="34" charset="0"/>
              </a:rPr>
              <a:t>с </a:t>
            </a:r>
            <a:r>
              <a:rPr lang="ru-RU" sz="1600" dirty="0">
                <a:effectLst/>
                <a:latin typeface="Century Gothic" panose="020B0502020202020204" pitchFamily="34" charset="0"/>
                <a:ea typeface="Calibri" panose="020F0502020204030204" pitchFamily="34" charset="0"/>
              </a:rPr>
              <a:t>использованием искусственного интеллекта: серверная часть</a:t>
            </a:r>
            <a:r>
              <a:rPr lang="ru-RU" sz="1600" dirty="0">
                <a:effectLst/>
                <a:latin typeface="Century Gothic" panose="020B0502020202020204" pitchFamily="34" charset="0"/>
              </a:rPr>
              <a:t> </a:t>
            </a:r>
          </a:p>
          <a:p>
            <a:pPr>
              <a:defRPr sz="7000" b="1" cap="all">
                <a:solidFill>
                  <a:srgbClr val="253957"/>
                </a:solidFill>
                <a:latin typeface="+mn-lt"/>
                <a:ea typeface="+mn-ea"/>
                <a:cs typeface="+mn-cs"/>
                <a:sym typeface="Arial Narrow"/>
              </a:defRPr>
            </a:pPr>
            <a:r>
              <a:rPr lang="en-US" sz="1600" dirty="0">
                <a:effectLst/>
                <a:latin typeface="Century Gothic" panose="020B0502020202020204" pitchFamily="34" charset="0"/>
                <a:ea typeface="Calibri" panose="020F0502020204030204" pitchFamily="34" charset="0"/>
              </a:rPr>
              <a:t>AI-Powered Scheduling System for Universities</a:t>
            </a:r>
            <a:r>
              <a:rPr lang="ru-RU" sz="1600" dirty="0">
                <a:effectLst/>
                <a:latin typeface="Century Gothic" panose="020B0502020202020204" pitchFamily="34" charset="0"/>
                <a:ea typeface="Calibri" panose="020F0502020204030204" pitchFamily="34" charset="0"/>
              </a:rPr>
              <a:t>: </a:t>
            </a:r>
            <a:r>
              <a:rPr lang="en-US" sz="1600" dirty="0">
                <a:latin typeface="Century Gothic" panose="020B0502020202020204" pitchFamily="34" charset="0"/>
                <a:ea typeface="Calibri" panose="020F0502020204030204" pitchFamily="34" charset="0"/>
              </a:rPr>
              <a:t>backend</a:t>
            </a:r>
            <a:r>
              <a:rPr lang="ru-RU" sz="1600" dirty="0">
                <a:effectLst/>
                <a:latin typeface="Century Gothic" panose="020B0502020202020204" pitchFamily="34" charset="0"/>
              </a:rPr>
              <a:t> </a:t>
            </a:r>
            <a:endParaRPr sz="1600" dirty="0">
              <a:latin typeface="Century Gothic" panose="020B0502020202020204" pitchFamily="34" charset="0"/>
            </a:endParaRPr>
          </a:p>
        </p:txBody>
      </p:sp>
      <p:sp>
        <p:nvSpPr>
          <p:cNvPr id="54" name="Название подразделения,  лаборатории, факультета и т.д."/>
          <p:cNvSpPr txBox="1"/>
          <p:nvPr/>
        </p:nvSpPr>
        <p:spPr>
          <a:xfrm>
            <a:off x="2237523" y="402099"/>
            <a:ext cx="6912765" cy="5619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defRPr sz="4200">
                <a:solidFill>
                  <a:srgbClr val="253957"/>
                </a:solidFill>
                <a:latin typeface="+mn-lt"/>
                <a:ea typeface="+mn-ea"/>
                <a:cs typeface="+mn-cs"/>
                <a:sym typeface="Arial Narrow"/>
              </a:defRPr>
            </a:pPr>
            <a:r>
              <a:rPr lang="ru-RU" sz="1100" dirty="0">
                <a:solidFill>
                  <a:srgbClr val="0F2C68"/>
                </a:solidFill>
                <a:latin typeface="Century Gothic" panose="020B0502020202020204" pitchFamily="34" charset="0"/>
              </a:rPr>
              <a:t>Факультет компьютерных наук</a:t>
            </a:r>
            <a:br>
              <a:rPr lang="ru-RU" sz="1100" dirty="0">
                <a:solidFill>
                  <a:srgbClr val="0F2C68"/>
                </a:solidFill>
                <a:latin typeface="Century Gothic" panose="020B0502020202020204" pitchFamily="34" charset="0"/>
              </a:rPr>
            </a:br>
            <a:r>
              <a:rPr lang="ru-RU" sz="1100" dirty="0">
                <a:solidFill>
                  <a:srgbClr val="0F2C68"/>
                </a:solidFill>
                <a:latin typeface="Century Gothic" panose="020B0502020202020204" pitchFamily="34" charset="0"/>
              </a:rPr>
              <a:t>Образовательная программа «Программная инженерия»</a:t>
            </a:r>
          </a:p>
          <a:p>
            <a:pPr>
              <a:defRPr sz="4200">
                <a:solidFill>
                  <a:srgbClr val="253957"/>
                </a:solidFill>
                <a:latin typeface="+mn-lt"/>
                <a:ea typeface="+mn-ea"/>
                <a:cs typeface="+mn-cs"/>
                <a:sym typeface="Arial Narrow"/>
              </a:defRPr>
            </a:pPr>
            <a:r>
              <a:rPr lang="ru-RU" sz="1100" dirty="0">
                <a:solidFill>
                  <a:srgbClr val="0F2C68"/>
                </a:solidFill>
                <a:latin typeface="Century Gothic" panose="020B0502020202020204" pitchFamily="34" charset="0"/>
              </a:rPr>
              <a:t>Выпускная квалификационная работа</a:t>
            </a:r>
            <a:endParaRPr sz="1100" dirty="0">
              <a:solidFill>
                <a:srgbClr val="0F2C68"/>
              </a:solidFill>
              <a:latin typeface="Century Gothic" panose="020B0502020202020204" pitchFamily="34" charset="0"/>
            </a:endParaRPr>
          </a:p>
        </p:txBody>
      </p:sp>
      <p:sp>
        <p:nvSpPr>
          <p:cNvPr id="55" name="Москва, 2017"/>
          <p:cNvSpPr txBox="1"/>
          <p:nvPr/>
        </p:nvSpPr>
        <p:spPr>
          <a:xfrm>
            <a:off x="2411760" y="4800491"/>
            <a:ext cx="1008112" cy="223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lvl1pPr algn="l" defTabSz="642937">
              <a:defRPr sz="2800">
                <a:solidFill>
                  <a:srgbClr val="253957"/>
                </a:solidFill>
                <a:latin typeface="+mn-lt"/>
                <a:ea typeface="+mn-ea"/>
                <a:cs typeface="+mn-cs"/>
                <a:sym typeface="Arial Narrow"/>
              </a:defRPr>
            </a:lvl1pPr>
          </a:lstStyle>
          <a:p>
            <a:r>
              <a:rPr sz="1100" dirty="0" err="1">
                <a:solidFill>
                  <a:srgbClr val="0F2C68"/>
                </a:solidFill>
                <a:latin typeface="Century Gothic" panose="020B0502020202020204" pitchFamily="34" charset="0"/>
              </a:rPr>
              <a:t>Москва</a:t>
            </a:r>
            <a:r>
              <a:rPr sz="1100" dirty="0">
                <a:solidFill>
                  <a:srgbClr val="0F2C68"/>
                </a:solidFill>
                <a:latin typeface="Century Gothic" panose="020B0502020202020204" pitchFamily="34" charset="0"/>
              </a:rPr>
              <a:t>, 20</a:t>
            </a:r>
            <a:r>
              <a:rPr lang="ru-RU" sz="1100" dirty="0">
                <a:solidFill>
                  <a:srgbClr val="0F2C68"/>
                </a:solidFill>
                <a:latin typeface="Century Gothic" panose="020B0502020202020204" pitchFamily="34" charset="0"/>
              </a:rPr>
              <a:t>25</a:t>
            </a:r>
            <a:endParaRPr sz="1100" dirty="0">
              <a:solidFill>
                <a:srgbClr val="0F2C68"/>
              </a:solidFill>
              <a:latin typeface="Century Gothic" panose="020B0502020202020204" pitchFamily="34" charset="0"/>
            </a:endParaRPr>
          </a:p>
        </p:txBody>
      </p:sp>
      <p:sp>
        <p:nvSpPr>
          <p:cNvPr id="9" name="Название подразделения,  лаборатории, факультета и т.д.">
            <a:extLst>
              <a:ext uri="{FF2B5EF4-FFF2-40B4-BE49-F238E27FC236}">
                <a16:creationId xmlns:a16="http://schemas.microsoft.com/office/drawing/2014/main" id="{FDFF3FAD-3BDA-4161-AA0A-B8AFAE8AE83F}"/>
              </a:ext>
            </a:extLst>
          </p:cNvPr>
          <p:cNvSpPr txBox="1"/>
          <p:nvPr/>
        </p:nvSpPr>
        <p:spPr>
          <a:xfrm>
            <a:off x="2237523" y="2348372"/>
            <a:ext cx="6912765" cy="223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defRPr sz="4200">
                <a:solidFill>
                  <a:srgbClr val="253957"/>
                </a:solidFill>
                <a:latin typeface="+mn-lt"/>
                <a:ea typeface="+mn-ea"/>
                <a:cs typeface="+mn-cs"/>
                <a:sym typeface="Arial Narrow"/>
              </a:defRPr>
            </a:pPr>
            <a:r>
              <a:rPr lang="ru-RU" sz="1100" dirty="0">
                <a:solidFill>
                  <a:srgbClr val="0F2C68"/>
                </a:solidFill>
                <a:latin typeface="Century Gothic" panose="020B0502020202020204" pitchFamily="34" charset="0"/>
              </a:rPr>
              <a:t>Проектно-исследовательская ВКР</a:t>
            </a:r>
          </a:p>
        </p:txBody>
      </p:sp>
      <p:sp>
        <p:nvSpPr>
          <p:cNvPr id="10" name="Subtitle 2">
            <a:extLst>
              <a:ext uri="{FF2B5EF4-FFF2-40B4-BE49-F238E27FC236}">
                <a16:creationId xmlns:a16="http://schemas.microsoft.com/office/drawing/2014/main" id="{01447CCA-1838-449E-92CD-6A53EA166CA7}"/>
              </a:ext>
            </a:extLst>
          </p:cNvPr>
          <p:cNvSpPr txBox="1">
            <a:spLocks/>
          </p:cNvSpPr>
          <p:nvPr/>
        </p:nvSpPr>
        <p:spPr>
          <a:xfrm>
            <a:off x="3888879" y="2751940"/>
            <a:ext cx="5064780" cy="2160240"/>
          </a:xfrm>
          <a:prstGeom prst="rect">
            <a:avLst/>
          </a:prstGeom>
        </p:spPr>
        <p:txBody>
          <a:bodyPr>
            <a:noAutofit/>
          </a:bodyPr>
          <a:lstStyle>
            <a:lvl1pPr marL="6173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1pPr>
            <a:lvl2pPr marL="10618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2pPr>
            <a:lvl3pPr marL="15063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3pPr>
            <a:lvl4pPr marL="19508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4pPr>
            <a:lvl5pPr marL="23953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5pPr>
            <a:lvl6pPr marL="28398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6pPr>
            <a:lvl7pPr marL="32843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7pPr>
            <a:lvl8pPr marL="37288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8pPr>
            <a:lvl9pPr marL="4173361" marR="0" indent="-617361" algn="l" defTabSz="821531" rtl="0" latinLnBrk="0">
              <a:lnSpc>
                <a:spcPct val="100000"/>
              </a:lnSpc>
              <a:spcBef>
                <a:spcPts val="5900"/>
              </a:spcBef>
              <a:spcAft>
                <a:spcPts val="0"/>
              </a:spcAft>
              <a:buClrTx/>
              <a:buSzPct val="75000"/>
              <a:buFontTx/>
              <a:buChar char="•"/>
              <a:tabLst/>
              <a:defRPr sz="5000" b="0" i="0" u="none" strike="noStrike" cap="none" spc="0" baseline="0">
                <a:ln>
                  <a:noFill/>
                </a:ln>
                <a:solidFill>
                  <a:srgbClr val="000000"/>
                </a:solidFill>
                <a:uFillTx/>
                <a:latin typeface="+mj-lt"/>
                <a:ea typeface="+mj-ea"/>
                <a:cs typeface="+mj-cs"/>
                <a:sym typeface="Helvetica Light"/>
              </a:defRPr>
            </a:lvl9pPr>
          </a:lstStyle>
          <a:p>
            <a:pPr marL="0" indent="0" algn="r" hangingPunct="1">
              <a:spcBef>
                <a:spcPts val="0"/>
              </a:spcBef>
              <a:buNone/>
            </a:pPr>
            <a:r>
              <a:rPr lang="ru-RU" sz="1100" dirty="0">
                <a:solidFill>
                  <a:srgbClr val="0F2C68"/>
                </a:solidFill>
                <a:latin typeface="Century Gothic" panose="020B0502020202020204" pitchFamily="34" charset="0"/>
                <a:cs typeface="Times New Roman" panose="02020603050405020304" pitchFamily="18" charset="0"/>
              </a:rPr>
              <a:t>Выполнил студент группы БПИ214</a:t>
            </a:r>
          </a:p>
          <a:p>
            <a:pPr marL="0" indent="0" algn="r" hangingPunct="1">
              <a:spcBef>
                <a:spcPts val="0"/>
              </a:spcBef>
              <a:buNone/>
            </a:pPr>
            <a:r>
              <a:rPr lang="ru-RU" sz="1100" dirty="0">
                <a:solidFill>
                  <a:srgbClr val="0F2C68"/>
                </a:solidFill>
                <a:latin typeface="Century Gothic" panose="020B0502020202020204" pitchFamily="34" charset="0"/>
                <a:cs typeface="Times New Roman" panose="02020603050405020304" pitchFamily="18" charset="0"/>
              </a:rPr>
              <a:t>образовательной программы 09.03.04 «Программная инженерия»</a:t>
            </a:r>
          </a:p>
          <a:p>
            <a:pPr marL="0" indent="0" algn="r" hangingPunct="1">
              <a:spcBef>
                <a:spcPts val="0"/>
              </a:spcBef>
              <a:buNone/>
            </a:pPr>
            <a:r>
              <a:rPr kumimoji="1" lang="ru-RU" sz="1100" dirty="0">
                <a:solidFill>
                  <a:srgbClr val="0F2C68"/>
                </a:solidFill>
                <a:latin typeface="Century Gothic" panose="020B0502020202020204" pitchFamily="34" charset="0"/>
                <a:cs typeface="Times New Roman" panose="02020603050405020304" pitchFamily="18" charset="0"/>
              </a:rPr>
              <a:t> Габдуллина А. М.</a:t>
            </a:r>
          </a:p>
          <a:p>
            <a:pPr marL="0" indent="0" algn="r" hangingPunct="1">
              <a:spcBef>
                <a:spcPts val="0"/>
              </a:spcBef>
              <a:buNone/>
            </a:pPr>
            <a:endParaRPr kumimoji="1" lang="ru-RU" sz="1100" dirty="0">
              <a:solidFill>
                <a:srgbClr val="0F2C68"/>
              </a:solidFill>
              <a:latin typeface="Century Gothic" panose="020B0502020202020204" pitchFamily="34" charset="0"/>
              <a:cs typeface="Times New Roman" panose="02020603050405020304" pitchFamily="18" charset="0"/>
            </a:endParaRPr>
          </a:p>
          <a:p>
            <a:pPr marL="0" indent="0" algn="r" hangingPunct="1">
              <a:spcBef>
                <a:spcPts val="0"/>
              </a:spcBef>
              <a:buNone/>
            </a:pPr>
            <a:r>
              <a:rPr kumimoji="1" lang="ru-RU" sz="1100" dirty="0">
                <a:solidFill>
                  <a:srgbClr val="0F2C68"/>
                </a:solidFill>
                <a:latin typeface="Century Gothic" panose="020B0502020202020204" pitchFamily="34" charset="0"/>
                <a:cs typeface="Times New Roman" panose="02020603050405020304" pitchFamily="18" charset="0"/>
              </a:rPr>
              <a:t>Руководитель:</a:t>
            </a:r>
            <a:r>
              <a:rPr kumimoji="1" lang="en-US" sz="1100" dirty="0">
                <a:solidFill>
                  <a:srgbClr val="0F2C68"/>
                </a:solidFill>
                <a:latin typeface="Century Gothic" panose="020B0502020202020204" pitchFamily="34" charset="0"/>
                <a:cs typeface="Times New Roman" panose="02020603050405020304" pitchFamily="18" charset="0"/>
              </a:rPr>
              <a:t> </a:t>
            </a:r>
            <a:r>
              <a:rPr lang="ru-RU" sz="1100" dirty="0">
                <a:solidFill>
                  <a:srgbClr val="0F2C68"/>
                </a:solidFill>
                <a:effectLst/>
                <a:latin typeface="Century Gothic" panose="020B0502020202020204" pitchFamily="34" charset="0"/>
                <a:cs typeface="Times New Roman" panose="02020603050405020304" pitchFamily="18" charset="0"/>
              </a:rPr>
              <a:t>преподаватель департамента программной инженерии</a:t>
            </a:r>
          </a:p>
          <a:p>
            <a:pPr marL="0" indent="0" algn="r" hangingPunct="1">
              <a:spcBef>
                <a:spcPts val="0"/>
              </a:spcBef>
              <a:buNone/>
            </a:pPr>
            <a:r>
              <a:rPr kumimoji="1" lang="ru-RU" sz="1100" dirty="0">
                <a:solidFill>
                  <a:srgbClr val="0F2C68"/>
                </a:solidFill>
                <a:latin typeface="Century Gothic" panose="020B0502020202020204" pitchFamily="34" charset="0"/>
                <a:cs typeface="Times New Roman" panose="02020603050405020304" pitchFamily="18" charset="0"/>
              </a:rPr>
              <a:t>Шилов В.В.</a:t>
            </a:r>
            <a:endParaRPr kumimoji="1" lang="en-US" sz="1100" dirty="0">
              <a:solidFill>
                <a:srgbClr val="0F2C68"/>
              </a:solidFill>
              <a:latin typeface="Century Gothic" panose="020B0502020202020204" pitchFamily="34" charset="0"/>
              <a:cs typeface="Times New Roman" panose="02020603050405020304" pitchFamily="18" charset="0"/>
            </a:endParaRPr>
          </a:p>
          <a:p>
            <a:pPr marL="0" indent="0" algn="r" hangingPunct="1">
              <a:spcBef>
                <a:spcPts val="0"/>
              </a:spcBef>
              <a:buNone/>
            </a:pPr>
            <a:endParaRPr kumimoji="1" lang="ru-RU" sz="1100" dirty="0">
              <a:solidFill>
                <a:srgbClr val="0F2C68"/>
              </a:solidFill>
              <a:latin typeface="Century Gothic" panose="020B0502020202020204" pitchFamily="34" charset="0"/>
              <a:cs typeface="Times New Roman" panose="02020603050405020304" pitchFamily="18" charset="0"/>
            </a:endParaRPr>
          </a:p>
          <a:p>
            <a:pPr marL="0" indent="0" algn="r" hangingPunct="1">
              <a:spcBef>
                <a:spcPts val="0"/>
              </a:spcBef>
              <a:buNone/>
            </a:pPr>
            <a:r>
              <a:rPr kumimoji="1" lang="ru-RU" sz="1100" dirty="0">
                <a:solidFill>
                  <a:srgbClr val="0F2C68"/>
                </a:solidFill>
                <a:latin typeface="Century Gothic" panose="020B0502020202020204" pitchFamily="34" charset="0"/>
                <a:cs typeface="Times New Roman" panose="02020603050405020304" pitchFamily="18" charset="0"/>
              </a:rPr>
              <a:t>Соруководитель: Ведущий математик-разработчик АО «</a:t>
            </a:r>
            <a:r>
              <a:rPr kumimoji="1" lang="ru-RU" sz="1100" dirty="0" err="1">
                <a:solidFill>
                  <a:srgbClr val="0F2C68"/>
                </a:solidFill>
                <a:latin typeface="Century Gothic" panose="020B0502020202020204" pitchFamily="34" charset="0"/>
                <a:cs typeface="Times New Roman" panose="02020603050405020304" pitchFamily="18" charset="0"/>
              </a:rPr>
              <a:t>Тераплан</a:t>
            </a:r>
            <a:r>
              <a:rPr kumimoji="1" lang="ru-RU" sz="1100" dirty="0">
                <a:solidFill>
                  <a:srgbClr val="0F2C68"/>
                </a:solidFill>
                <a:latin typeface="Century Gothic" panose="020B0502020202020204" pitchFamily="34" charset="0"/>
                <a:cs typeface="Times New Roman" panose="02020603050405020304" pitchFamily="18" charset="0"/>
              </a:rPr>
              <a:t>»</a:t>
            </a:r>
            <a:br>
              <a:rPr kumimoji="1" lang="ru-RU" sz="1100" dirty="0">
                <a:solidFill>
                  <a:srgbClr val="0F2C68"/>
                </a:solidFill>
                <a:latin typeface="Century Gothic" panose="020B0502020202020204" pitchFamily="34" charset="0"/>
                <a:cs typeface="Times New Roman" panose="02020603050405020304" pitchFamily="18" charset="0"/>
              </a:rPr>
            </a:br>
            <a:r>
              <a:rPr kumimoji="1" lang="ru-RU" sz="1100" dirty="0">
                <a:solidFill>
                  <a:srgbClr val="0F2C68"/>
                </a:solidFill>
                <a:latin typeface="Century Gothic" panose="020B0502020202020204" pitchFamily="34" charset="0"/>
                <a:cs typeface="Times New Roman" panose="02020603050405020304" pitchFamily="18" charset="0"/>
              </a:rPr>
              <a:t>Архипов Д. И.</a:t>
            </a:r>
          </a:p>
          <a:p>
            <a:pPr marL="0" indent="0" algn="r" hangingPunct="1">
              <a:spcBef>
                <a:spcPts val="0"/>
              </a:spcBef>
              <a:buNone/>
            </a:pPr>
            <a:endParaRPr kumimoji="1" lang="ru-RU" sz="1100" dirty="0">
              <a:solidFill>
                <a:srgbClr val="0F2C68"/>
              </a:solidFill>
              <a:latin typeface="Century Gothic" panose="020B0502020202020204" pitchFamily="34" charset="0"/>
              <a:cs typeface="Times New Roman" panose="02020603050405020304" pitchFamily="18"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9"/>
          <p:cNvSpPr>
            <a:spLocks noChangeArrowheads="1"/>
          </p:cNvSpPr>
          <p:nvPr/>
        </p:nvSpPr>
        <p:spPr bwMode="auto">
          <a:xfrm>
            <a:off x="6224051" y="1691879"/>
            <a:ext cx="1335623" cy="669414"/>
          </a:xfrm>
          <a:prstGeom prst="rect">
            <a:avLst/>
          </a:prstGeom>
          <a:noFill/>
          <a:ln w="9525">
            <a:noFill/>
            <a:miter lim="800000"/>
          </a:ln>
        </p:spPr>
        <p:txBody>
          <a:bodyPr wrap="none">
            <a:spAutoFit/>
          </a:bodyPr>
          <a:lstStyle/>
          <a:p>
            <a:r>
              <a:rPr lang="ru-RU" sz="3750" dirty="0">
                <a:solidFill>
                  <a:srgbClr val="FFFFFF"/>
                </a:solidFill>
                <a:latin typeface="Arial" panose="020B0604020202020204" pitchFamily="34" charset="0"/>
                <a:cs typeface="Arial" panose="020B0604020202020204" pitchFamily="34" charset="0"/>
              </a:rPr>
              <a:t>фото</a:t>
            </a:r>
            <a:endParaRPr lang="en-US" sz="3750" dirty="0">
              <a:solidFill>
                <a:srgbClr val="FFFFFF"/>
              </a:solidFill>
              <a:latin typeface="Segoe UI" panose="020B0502040204020203" pitchFamily="34" charset="0"/>
              <a:cs typeface="Arial" panose="020B0604020202020204" pitchFamily="34" charset="0"/>
            </a:endParaRPr>
          </a:p>
        </p:txBody>
      </p:sp>
      <p:sp>
        <p:nvSpPr>
          <p:cNvPr id="14344" name="Rectangle 10"/>
          <p:cNvSpPr>
            <a:spLocks noChangeArrowheads="1"/>
          </p:cNvSpPr>
          <p:nvPr/>
        </p:nvSpPr>
        <p:spPr bwMode="auto">
          <a:xfrm>
            <a:off x="6224051" y="2975372"/>
            <a:ext cx="1335623" cy="669414"/>
          </a:xfrm>
          <a:prstGeom prst="rect">
            <a:avLst/>
          </a:prstGeom>
          <a:noFill/>
          <a:ln w="9525">
            <a:noFill/>
            <a:miter lim="800000"/>
          </a:ln>
        </p:spPr>
        <p:txBody>
          <a:bodyPr wrap="none">
            <a:spAutoFit/>
          </a:bodyPr>
          <a:lstStyle/>
          <a:p>
            <a:r>
              <a:rPr lang="ru-RU" sz="3750" dirty="0">
                <a:solidFill>
                  <a:srgbClr val="FFFFFF"/>
                </a:solidFill>
                <a:latin typeface="Arial" panose="020B0604020202020204" pitchFamily="34" charset="0"/>
                <a:cs typeface="Arial" panose="020B0604020202020204" pitchFamily="34" charset="0"/>
              </a:rPr>
              <a:t>фото</a:t>
            </a:r>
            <a:endParaRPr lang="en-US" sz="3750" dirty="0">
              <a:solidFill>
                <a:srgbClr val="FFFFFF"/>
              </a:solidFill>
              <a:latin typeface="Segoe UI" panose="020B0502040204020203" pitchFamily="34" charset="0"/>
              <a:cs typeface="Arial" panose="020B0604020202020204" pitchFamily="34" charset="0"/>
            </a:endParaRPr>
          </a:p>
        </p:txBody>
      </p:sp>
      <p:sp>
        <p:nvSpPr>
          <p:cNvPr id="14345" name="Rectangle 11"/>
          <p:cNvSpPr>
            <a:spLocks noChangeArrowheads="1"/>
          </p:cNvSpPr>
          <p:nvPr/>
        </p:nvSpPr>
        <p:spPr bwMode="auto">
          <a:xfrm>
            <a:off x="6224051" y="4193381"/>
            <a:ext cx="1335623" cy="669414"/>
          </a:xfrm>
          <a:prstGeom prst="rect">
            <a:avLst/>
          </a:prstGeom>
          <a:noFill/>
          <a:ln w="9525">
            <a:noFill/>
            <a:miter lim="800000"/>
          </a:ln>
        </p:spPr>
        <p:txBody>
          <a:bodyPr wrap="none">
            <a:spAutoFit/>
          </a:bodyPr>
          <a:lstStyle/>
          <a:p>
            <a:r>
              <a:rPr lang="ru-RU" sz="3750" dirty="0">
                <a:solidFill>
                  <a:srgbClr val="FFFFFF"/>
                </a:solidFill>
                <a:latin typeface="Arial" panose="020B0604020202020204" pitchFamily="34" charset="0"/>
                <a:cs typeface="Arial" panose="020B0604020202020204" pitchFamily="34" charset="0"/>
              </a:rPr>
              <a:t>фото</a:t>
            </a:r>
            <a:endParaRPr lang="en-US" sz="3750" dirty="0">
              <a:solidFill>
                <a:srgbClr val="FFFFFF"/>
              </a:solidFill>
              <a:latin typeface="Segoe UI" panose="020B0502040204020203" pitchFamily="34" charset="0"/>
              <a:cs typeface="Arial" panose="020B0604020202020204" pitchFamily="34" charset="0"/>
            </a:endParaRPr>
          </a:p>
        </p:txBody>
      </p:sp>
      <p:sp>
        <p:nvSpPr>
          <p:cNvPr id="11" name="Номер слайда 10"/>
          <p:cNvSpPr>
            <a:spLocks noGrp="1"/>
          </p:cNvSpPr>
          <p:nvPr>
            <p:ph type="sldNum" sz="quarter" idx="2"/>
          </p:nvPr>
        </p:nvSpPr>
        <p:spPr>
          <a:xfrm>
            <a:off x="8815531" y="4904513"/>
            <a:ext cx="285335" cy="207749"/>
          </a:xfrm>
        </p:spPr>
        <p:txBody>
          <a:bodyPr vert="horz" wrap="square" lIns="68580" tIns="34290" rIns="68580" bIns="34290" numCol="1" anchor="ctr" anchorCtr="0" compatLnSpc="1">
            <a:spAutoFit/>
          </a:bodyPr>
          <a:lstStyle/>
          <a:p>
            <a:pPr>
              <a:defRPr/>
            </a:pPr>
            <a:fld id="{CB65F501-F5CC-4E12-934E-78BB5E4DA208}" type="slidenum">
              <a:rPr lang="en-US">
                <a:solidFill>
                  <a:schemeClr val="tx1"/>
                </a:solidFill>
              </a:rPr>
              <a:t>2</a:t>
            </a:fld>
            <a:endParaRPr lang="en-US" dirty="0">
              <a:solidFill>
                <a:schemeClr val="tx1"/>
              </a:solidFill>
            </a:endParaRPr>
          </a:p>
        </p:txBody>
      </p:sp>
      <p:sp>
        <p:nvSpPr>
          <p:cNvPr id="7" name="Заголовок 6">
            <a:extLst>
              <a:ext uri="{FF2B5EF4-FFF2-40B4-BE49-F238E27FC236}">
                <a16:creationId xmlns:a16="http://schemas.microsoft.com/office/drawing/2014/main" id="{12ABD3AE-01E6-49E2-970B-4E1EE5926921}"/>
              </a:ext>
            </a:extLst>
          </p:cNvPr>
          <p:cNvSpPr>
            <a:spLocks noGrp="1"/>
          </p:cNvSpPr>
          <p:nvPr>
            <p:ph type="title"/>
          </p:nvPr>
        </p:nvSpPr>
        <p:spPr>
          <a:xfrm>
            <a:off x="1000474" y="61882"/>
            <a:ext cx="8100392" cy="936105"/>
          </a:xfrm>
        </p:spPr>
        <p:txBody>
          <a:bodyPr>
            <a:normAutofit/>
          </a:bodyPr>
          <a:lstStyle/>
          <a:p>
            <a:r>
              <a:rPr lang="ru-RU" dirty="0"/>
              <a:t>ОПИСАНИЕ ПРЕДМЕТНОЙ ОБЛАСТИ</a:t>
            </a:r>
          </a:p>
        </p:txBody>
      </p:sp>
      <p:sp>
        <p:nvSpPr>
          <p:cNvPr id="2" name="Текст 3">
            <a:extLst>
              <a:ext uri="{FF2B5EF4-FFF2-40B4-BE49-F238E27FC236}">
                <a16:creationId xmlns:a16="http://schemas.microsoft.com/office/drawing/2014/main" id="{E714BE8B-17A7-8C7A-0448-080A11556B63}"/>
              </a:ext>
            </a:extLst>
          </p:cNvPr>
          <p:cNvSpPr>
            <a:spLocks noGrp="1"/>
          </p:cNvSpPr>
          <p:nvPr>
            <p:ph type="body" idx="1"/>
          </p:nvPr>
        </p:nvSpPr>
        <p:spPr>
          <a:xfrm>
            <a:off x="258120" y="1546582"/>
            <a:ext cx="8712968" cy="2968103"/>
          </a:xfrm>
        </p:spPr>
        <p:txBody>
          <a:bodyPr>
            <a:normAutofit lnSpcReduction="10000"/>
          </a:bodyPr>
          <a:lstStyle/>
          <a:p>
            <a:r>
              <a:rPr lang="ru-RU" sz="1400" dirty="0">
                <a:latin typeface="Century Gothic" panose="020B0502020202020204" pitchFamily="34" charset="0"/>
              </a:rPr>
              <a:t>	</a:t>
            </a:r>
            <a:r>
              <a:rPr lang="ru-RU" sz="1400" b="0" i="0" u="none" strike="noStrike" dirty="0">
                <a:effectLst/>
                <a:latin typeface="Century Gothic" panose="020B0502020202020204" pitchFamily="34" charset="0"/>
              </a:rPr>
              <a:t>«Веб-сервис составления расписаний для вузов с использованием искусственного интеллекта» предназначен для упрощения и оптимизации процесса создания учебных расписаний для высших учебных заведений</a:t>
            </a:r>
            <a:r>
              <a:rPr lang="ru-RU" sz="1400" dirty="0">
                <a:latin typeface="Century Gothic" panose="020B0502020202020204" pitchFamily="34" charset="0"/>
              </a:rPr>
              <a:t>. </a:t>
            </a:r>
          </a:p>
          <a:p>
            <a:r>
              <a:rPr lang="ru-RU" sz="1400" dirty="0">
                <a:latin typeface="Century Gothic" panose="020B0502020202020204" pitchFamily="34" charset="0"/>
              </a:rPr>
              <a:t>Система учитывает такие факторы как: наличие преподавателей, занятость аудиторий, учебные группы и курсы, которые они изучают, а  также индивидуальные планы студентов. Кроме того, при составлении расписания учитываются временные пожелания для преподавателей и групп. </a:t>
            </a:r>
          </a:p>
          <a:p>
            <a:r>
              <a:rPr lang="ru-RU" sz="1400" dirty="0">
                <a:latin typeface="Century Gothic" panose="020B0502020202020204" pitchFamily="34" charset="0"/>
              </a:rPr>
              <a:t>П</a:t>
            </a:r>
            <a:r>
              <a:rPr lang="ru-RU" sz="1400" b="0" i="0" u="none" strike="noStrike" dirty="0">
                <a:effectLst/>
                <a:latin typeface="Century Gothic" panose="020B0502020202020204" pitchFamily="34" charset="0"/>
              </a:rPr>
              <a:t>рограмма предоставляет пользователю удобный интерфейс, которое включает в себя взаимодействие через чат-бот.</a:t>
            </a:r>
          </a:p>
          <a:p>
            <a:endParaRPr lang="ru-RU" sz="1400" b="0" i="0" u="none" strike="noStrike" dirty="0">
              <a:effectLst/>
              <a:latin typeface="Century Gothic" panose="020B0502020202020204" pitchFamily="34" charset="0"/>
            </a:endParaRPr>
          </a:p>
          <a:p>
            <a:r>
              <a:rPr lang="ru-RU" sz="1400" b="0" i="0" u="none" strike="noStrike" dirty="0">
                <a:effectLst/>
                <a:latin typeface="Century Gothic" panose="020B0502020202020204" pitchFamily="34" charset="0"/>
              </a:rPr>
              <a:t>	Целевая аудитория приложения: высшие учебные заведения, желающие ускорить и облегчить процесс составления расписания на учебный год. </a:t>
            </a:r>
          </a:p>
        </p:txBody>
      </p:sp>
      <p:sp>
        <p:nvSpPr>
          <p:cNvPr id="4" name="Прямоугольник 3">
            <a:extLst>
              <a:ext uri="{FF2B5EF4-FFF2-40B4-BE49-F238E27FC236}">
                <a16:creationId xmlns:a16="http://schemas.microsoft.com/office/drawing/2014/main" id="{70673598-F415-69C4-18C7-95E4200FD309}"/>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5" name="Нижний колонтитул 5">
            <a:extLst>
              <a:ext uri="{FF2B5EF4-FFF2-40B4-BE49-F238E27FC236}">
                <a16:creationId xmlns:a16="http://schemas.microsoft.com/office/drawing/2014/main" id="{7EC2A15D-348A-7025-4589-31B14B2CC6E1}"/>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6" name="Нижний колонтитул 5">
            <a:extLst>
              <a:ext uri="{FF2B5EF4-FFF2-40B4-BE49-F238E27FC236}">
                <a16:creationId xmlns:a16="http://schemas.microsoft.com/office/drawing/2014/main" id="{33648058-538F-3629-8B73-B5FCD25E0EA1}"/>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6E8B8ACD-F253-4418-9D1E-4B64DB7F44CF}"/>
              </a:ext>
            </a:extLst>
          </p:cNvPr>
          <p:cNvSpPr>
            <a:spLocks noGrp="1"/>
          </p:cNvSpPr>
          <p:nvPr>
            <p:ph type="sldNum" sz="quarter" idx="2"/>
          </p:nvPr>
        </p:nvSpPr>
        <p:spPr/>
        <p:txBody>
          <a:bodyPr/>
          <a:lstStyle/>
          <a:p>
            <a:fld id="{86CB4B4D-7CA3-9044-876B-883B54F8677D}" type="slidenum">
              <a:rPr lang="ru-RU" smtClean="0"/>
              <a:pPr/>
              <a:t>3</a:t>
            </a:fld>
            <a:endParaRPr lang="ru-RU" dirty="0"/>
          </a:p>
        </p:txBody>
      </p:sp>
      <p:sp>
        <p:nvSpPr>
          <p:cNvPr id="3" name="Заголовок 2">
            <a:extLst>
              <a:ext uri="{FF2B5EF4-FFF2-40B4-BE49-F238E27FC236}">
                <a16:creationId xmlns:a16="http://schemas.microsoft.com/office/drawing/2014/main" id="{4D3F1203-C975-4E31-B65F-E96CDE54E612}"/>
              </a:ext>
            </a:extLst>
          </p:cNvPr>
          <p:cNvSpPr>
            <a:spLocks noGrp="1"/>
          </p:cNvSpPr>
          <p:nvPr>
            <p:ph type="title"/>
          </p:nvPr>
        </p:nvSpPr>
        <p:spPr/>
        <p:txBody>
          <a:bodyPr/>
          <a:lstStyle/>
          <a:p>
            <a:r>
              <a:rPr lang="ru-RU" dirty="0"/>
              <a:t>АКТУАЛЬНОСТЬ РАБОТЫ</a:t>
            </a:r>
          </a:p>
        </p:txBody>
      </p:sp>
      <p:sp>
        <p:nvSpPr>
          <p:cNvPr id="4" name="Текст 3">
            <a:extLst>
              <a:ext uri="{FF2B5EF4-FFF2-40B4-BE49-F238E27FC236}">
                <a16:creationId xmlns:a16="http://schemas.microsoft.com/office/drawing/2014/main" id="{9573EFFD-D0A6-4400-A5D0-01AA9F6B464F}"/>
              </a:ext>
            </a:extLst>
          </p:cNvPr>
          <p:cNvSpPr>
            <a:spLocks noGrp="1"/>
          </p:cNvSpPr>
          <p:nvPr>
            <p:ph type="body" idx="1"/>
          </p:nvPr>
        </p:nvSpPr>
        <p:spPr>
          <a:xfrm>
            <a:off x="179512" y="2128916"/>
            <a:ext cx="8712968" cy="1810985"/>
          </a:xfrm>
        </p:spPr>
        <p:txBody>
          <a:bodyPr>
            <a:normAutofit fontScale="92500" lnSpcReduction="10000"/>
          </a:bodyPr>
          <a:lstStyle/>
          <a:p>
            <a:r>
              <a:rPr lang="ru-RU" sz="1400" b="0" i="0" u="none" strike="noStrike" dirty="0">
                <a:effectLst/>
                <a:latin typeface="Century Gothic" panose="020B0502020202020204" pitchFamily="34" charset="0"/>
              </a:rPr>
              <a:t>	</a:t>
            </a:r>
            <a:r>
              <a:rPr lang="ru-RU" sz="1500" dirty="0">
                <a:latin typeface="Century Gothic" panose="020B0502020202020204" pitchFamily="34" charset="0"/>
              </a:rPr>
              <a:t>Актуальность работы обусловлена тем, что во многих образовательных учреждениях процесс составления расписания по-прежнему осуществляется вручную, требует значительных временных затрат или сопровождается использованием неудобных программных решений. Это приводит к снижению эффективности планирования и увеличению нагрузки на администрацию. В связи с этим возникает необходимость в создании современного веб-приложения — «Веб-сервис составления расписания для вузов с использованием искусственного интеллекта», которое позволит автоматизировать процесс формирования расписания и обеспечить соответствие всем предъявляемым требованиям.</a:t>
            </a:r>
            <a:endParaRPr lang="en-US" sz="1500" dirty="0">
              <a:latin typeface="Century Gothic" panose="020B0502020202020204" pitchFamily="34" charset="0"/>
            </a:endParaRPr>
          </a:p>
        </p:txBody>
      </p:sp>
      <p:sp>
        <p:nvSpPr>
          <p:cNvPr id="5" name="Прямоугольник 4">
            <a:extLst>
              <a:ext uri="{FF2B5EF4-FFF2-40B4-BE49-F238E27FC236}">
                <a16:creationId xmlns:a16="http://schemas.microsoft.com/office/drawing/2014/main" id="{2140547E-CFD5-F397-7A95-22E9E4D0EAEF}"/>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9" name="Нижний колонтитул 5">
            <a:extLst>
              <a:ext uri="{FF2B5EF4-FFF2-40B4-BE49-F238E27FC236}">
                <a16:creationId xmlns:a16="http://schemas.microsoft.com/office/drawing/2014/main" id="{0C7C998A-06E7-C26D-9186-F4D8FAD09B24}"/>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91B97210-8D6B-CECD-B3E5-315DD35B66D9}"/>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224316906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48C7DFF-6619-4AFE-A652-D78E0D15C56E}"/>
              </a:ext>
            </a:extLst>
          </p:cNvPr>
          <p:cNvSpPr>
            <a:spLocks noGrp="1"/>
          </p:cNvSpPr>
          <p:nvPr>
            <p:ph type="sldNum" sz="quarter" idx="2"/>
          </p:nvPr>
        </p:nvSpPr>
        <p:spPr/>
        <p:txBody>
          <a:bodyPr/>
          <a:lstStyle/>
          <a:p>
            <a:fld id="{86CB4B4D-7CA3-9044-876B-883B54F8677D}" type="slidenum">
              <a:rPr lang="ru-RU" smtClean="0"/>
              <a:pPr/>
              <a:t>4</a:t>
            </a:fld>
            <a:endParaRPr lang="ru-RU" dirty="0"/>
          </a:p>
        </p:txBody>
      </p:sp>
      <p:sp>
        <p:nvSpPr>
          <p:cNvPr id="3" name="Заголовок 2">
            <a:extLst>
              <a:ext uri="{FF2B5EF4-FFF2-40B4-BE49-F238E27FC236}">
                <a16:creationId xmlns:a16="http://schemas.microsoft.com/office/drawing/2014/main" id="{61564BAC-8DC9-493D-AE78-4567A01CB9C5}"/>
              </a:ext>
            </a:extLst>
          </p:cNvPr>
          <p:cNvSpPr>
            <a:spLocks noGrp="1"/>
          </p:cNvSpPr>
          <p:nvPr>
            <p:ph type="title"/>
          </p:nvPr>
        </p:nvSpPr>
        <p:spPr/>
        <p:txBody>
          <a:bodyPr/>
          <a:lstStyle/>
          <a:p>
            <a:r>
              <a:rPr lang="ru-RU" dirty="0"/>
              <a:t>ЦЕЛЬ И ЗАДАЧИ ВКР</a:t>
            </a:r>
          </a:p>
        </p:txBody>
      </p:sp>
      <p:sp>
        <p:nvSpPr>
          <p:cNvPr id="4" name="Текст 3">
            <a:extLst>
              <a:ext uri="{FF2B5EF4-FFF2-40B4-BE49-F238E27FC236}">
                <a16:creationId xmlns:a16="http://schemas.microsoft.com/office/drawing/2014/main" id="{539A7C13-D654-440F-9BAA-CCC03AB18E07}"/>
              </a:ext>
            </a:extLst>
          </p:cNvPr>
          <p:cNvSpPr>
            <a:spLocks noGrp="1"/>
          </p:cNvSpPr>
          <p:nvPr>
            <p:ph type="body" idx="1"/>
          </p:nvPr>
        </p:nvSpPr>
        <p:spPr/>
        <p:txBody>
          <a:bodyPr>
            <a:normAutofit/>
          </a:bodyPr>
          <a:lstStyle/>
          <a:p>
            <a:r>
              <a:rPr lang="ru-RU" sz="1800" b="1" dirty="0">
                <a:latin typeface="Century Gothic" panose="020B0502020202020204" pitchFamily="34" charset="0"/>
              </a:rPr>
              <a:t>Цель работы</a:t>
            </a:r>
          </a:p>
          <a:p>
            <a:br>
              <a:rPr lang="ru-RU" dirty="0">
                <a:latin typeface="Century Gothic" panose="020B0502020202020204" pitchFamily="34" charset="0"/>
              </a:rPr>
            </a:br>
            <a:r>
              <a:rPr lang="ru-RU" sz="1400" b="0" i="0" u="none" strike="noStrike" dirty="0">
                <a:effectLst/>
                <a:latin typeface="Century Gothic" panose="020B0502020202020204" pitchFamily="34" charset="0"/>
              </a:rPr>
              <a:t>Реализовать серверную часть веб-приложения “Веб-сервис составления расписаний для высших учебных заведений с использованием искусственного интеллекта”</a:t>
            </a:r>
          </a:p>
          <a:p>
            <a:endParaRPr lang="ru-RU" sz="1400" dirty="0">
              <a:latin typeface="Century Gothic" panose="020B0502020202020204" pitchFamily="34" charset="0"/>
            </a:endParaRPr>
          </a:p>
          <a:p>
            <a:r>
              <a:rPr lang="ru-RU" sz="1800" b="1" dirty="0">
                <a:latin typeface="Century Gothic" panose="020B0502020202020204" pitchFamily="34" charset="0"/>
              </a:rPr>
              <a:t>Задачи работы</a:t>
            </a:r>
          </a:p>
          <a:p>
            <a:endParaRPr lang="ru-RU" b="1" dirty="0">
              <a:latin typeface="Century Gothic" panose="020B0502020202020204" pitchFamily="34" charset="0"/>
            </a:endParaRPr>
          </a:p>
          <a:p>
            <a:pPr algn="just" rtl="0" fontAlgn="base">
              <a:spcBef>
                <a:spcPts val="0"/>
              </a:spcBef>
              <a:spcAft>
                <a:spcPts val="0"/>
              </a:spcAft>
              <a:buFont typeface="Arial" panose="020B0604020202020204" pitchFamily="34" charset="0"/>
              <a:buChar char="•"/>
            </a:pPr>
            <a:r>
              <a:rPr lang="ru-RU" sz="1400" b="0" i="0" u="none" strike="noStrike" dirty="0">
                <a:effectLst/>
                <a:latin typeface="Century Gothic" panose="020B0502020202020204" pitchFamily="34" charset="0"/>
              </a:rPr>
              <a:t>Создать базу данных</a:t>
            </a:r>
            <a:endParaRPr lang="ru-RU" sz="1400" b="0" i="0" u="none" strike="noStrike" dirty="0">
              <a:effectLst/>
              <a:latin typeface="Courier New" panose="02070309020205020404" pitchFamily="49" charset="0"/>
            </a:endParaRPr>
          </a:p>
          <a:p>
            <a:pPr algn="just" rtl="0" fontAlgn="base">
              <a:spcBef>
                <a:spcPts val="0"/>
              </a:spcBef>
              <a:spcAft>
                <a:spcPts val="0"/>
              </a:spcAft>
              <a:buFont typeface="Arial" panose="020B0604020202020204" pitchFamily="34" charset="0"/>
              <a:buChar char="•"/>
            </a:pPr>
            <a:r>
              <a:rPr lang="ru-RU" sz="1400" b="0" i="0" u="none" strike="noStrike" dirty="0">
                <a:effectLst/>
                <a:latin typeface="Century Gothic" panose="020B0502020202020204" pitchFamily="34" charset="0"/>
              </a:rPr>
              <a:t>Реализовать выгрузку моделей из базы данных и их передачу </a:t>
            </a:r>
            <a:r>
              <a:rPr lang="en" sz="1400" b="0" i="0" u="none" strike="noStrike" dirty="0">
                <a:effectLst/>
                <a:latin typeface="Century Gothic" panose="020B0502020202020204" pitchFamily="34" charset="0"/>
              </a:rPr>
              <a:t>UI</a:t>
            </a:r>
            <a:endParaRPr lang="en" sz="1400" b="0" i="0" u="none" strike="noStrike" dirty="0">
              <a:effectLst/>
              <a:latin typeface="Courier New" panose="02070309020205020404" pitchFamily="49" charset="0"/>
            </a:endParaRPr>
          </a:p>
          <a:p>
            <a:pPr algn="just" rtl="0" fontAlgn="base">
              <a:spcBef>
                <a:spcPts val="0"/>
              </a:spcBef>
              <a:spcAft>
                <a:spcPts val="0"/>
              </a:spcAft>
              <a:buFont typeface="Arial" panose="020B0604020202020204" pitchFamily="34" charset="0"/>
              <a:buChar char="•"/>
            </a:pPr>
            <a:r>
              <a:rPr lang="ru-RU" sz="1400" b="0" i="0" u="none" strike="noStrike" dirty="0">
                <a:effectLst/>
                <a:latin typeface="Century Gothic" panose="020B0502020202020204" pitchFamily="34" charset="0"/>
              </a:rPr>
              <a:t>Продумать контракты взаимодействия клиентской, серверной части и модуля с чат-ботом</a:t>
            </a:r>
            <a:endParaRPr lang="ru-RU" sz="1400" b="0" i="0" u="none" strike="noStrike" dirty="0">
              <a:effectLst/>
              <a:latin typeface="Courier New" panose="02070309020205020404" pitchFamily="49" charset="0"/>
            </a:endParaRPr>
          </a:p>
          <a:p>
            <a:pPr algn="just" rtl="0" fontAlgn="base">
              <a:spcBef>
                <a:spcPts val="0"/>
              </a:spcBef>
              <a:spcAft>
                <a:spcPts val="0"/>
              </a:spcAft>
              <a:buFont typeface="Arial" panose="020B0604020202020204" pitchFamily="34" charset="0"/>
              <a:buChar char="•"/>
            </a:pPr>
            <a:r>
              <a:rPr lang="ru-RU" sz="1400" b="0" i="0" u="none" strike="noStrike" dirty="0">
                <a:effectLst/>
                <a:latin typeface="Century Gothic" panose="020B0502020202020204" pitchFamily="34" charset="0"/>
              </a:rPr>
              <a:t>Реализовать обработчики запросов на сервере</a:t>
            </a:r>
            <a:endParaRPr lang="ru-RU" sz="1400" b="0" i="0" u="none" strike="noStrike" dirty="0">
              <a:effectLst/>
              <a:latin typeface="Courier New" panose="02070309020205020404" pitchFamily="49" charset="0"/>
            </a:endParaRPr>
          </a:p>
          <a:p>
            <a:pPr algn="just" rtl="0" fontAlgn="base">
              <a:spcBef>
                <a:spcPts val="0"/>
              </a:spcBef>
              <a:spcAft>
                <a:spcPts val="0"/>
              </a:spcAft>
              <a:buFont typeface="Arial" panose="020B0604020202020204" pitchFamily="34" charset="0"/>
              <a:buChar char="•"/>
            </a:pPr>
            <a:r>
              <a:rPr lang="ru-RU" sz="1400" b="0" i="0" u="none" strike="noStrike" dirty="0">
                <a:effectLst/>
                <a:latin typeface="Century Gothic" panose="020B0502020202020204" pitchFamily="34" charset="0"/>
              </a:rPr>
              <a:t>Реализовать алгоритм составления расписания</a:t>
            </a:r>
          </a:p>
          <a:p>
            <a:pPr algn="just" rtl="0" fontAlgn="base">
              <a:spcBef>
                <a:spcPts val="0"/>
              </a:spcBef>
              <a:spcAft>
                <a:spcPts val="0"/>
              </a:spcAft>
              <a:buFont typeface="Arial" panose="020B0604020202020204" pitchFamily="34" charset="0"/>
              <a:buChar char="•"/>
            </a:pPr>
            <a:endParaRPr lang="ru-RU" sz="1800" b="0" i="0" u="none" strike="noStrike" dirty="0">
              <a:solidFill>
                <a:srgbClr val="000000"/>
              </a:solidFill>
              <a:effectLst/>
              <a:latin typeface="Century Gothic" panose="020B0502020202020204" pitchFamily="34" charset="0"/>
            </a:endParaRPr>
          </a:p>
        </p:txBody>
      </p:sp>
      <p:sp>
        <p:nvSpPr>
          <p:cNvPr id="5" name="Прямоугольник 4">
            <a:extLst>
              <a:ext uri="{FF2B5EF4-FFF2-40B4-BE49-F238E27FC236}">
                <a16:creationId xmlns:a16="http://schemas.microsoft.com/office/drawing/2014/main" id="{821F4D44-29FB-C176-9BA5-84E05047E0C5}"/>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9" name="Нижний колонтитул 5">
            <a:extLst>
              <a:ext uri="{FF2B5EF4-FFF2-40B4-BE49-F238E27FC236}">
                <a16:creationId xmlns:a16="http://schemas.microsoft.com/office/drawing/2014/main" id="{1D2B59CF-DD8C-9025-B60E-EF8D137899B0}"/>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45BDCE0D-2933-D5DD-848F-5F8679D2F3BB}"/>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312558859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85930689-EABF-4AAE-A477-75395F9C990A}"/>
              </a:ext>
            </a:extLst>
          </p:cNvPr>
          <p:cNvSpPr>
            <a:spLocks noGrp="1"/>
          </p:cNvSpPr>
          <p:nvPr>
            <p:ph type="sldNum" sz="quarter" idx="2"/>
          </p:nvPr>
        </p:nvSpPr>
        <p:spPr/>
        <p:txBody>
          <a:bodyPr/>
          <a:lstStyle/>
          <a:p>
            <a:fld id="{86CB4B4D-7CA3-9044-876B-883B54F8677D}" type="slidenum">
              <a:rPr lang="ru-RU" smtClean="0"/>
              <a:pPr/>
              <a:t>5</a:t>
            </a:fld>
            <a:endParaRPr lang="ru-RU" dirty="0"/>
          </a:p>
        </p:txBody>
      </p:sp>
      <p:sp>
        <p:nvSpPr>
          <p:cNvPr id="6" name="Заголовок 5">
            <a:extLst>
              <a:ext uri="{FF2B5EF4-FFF2-40B4-BE49-F238E27FC236}">
                <a16:creationId xmlns:a16="http://schemas.microsoft.com/office/drawing/2014/main" id="{0C7ABA2A-BEEE-4D18-BDF1-5609EC2D79B3}"/>
              </a:ext>
            </a:extLst>
          </p:cNvPr>
          <p:cNvSpPr>
            <a:spLocks noGrp="1"/>
          </p:cNvSpPr>
          <p:nvPr>
            <p:ph type="title"/>
          </p:nvPr>
        </p:nvSpPr>
        <p:spPr/>
        <p:txBody>
          <a:bodyPr>
            <a:normAutofit/>
          </a:bodyPr>
          <a:lstStyle/>
          <a:p>
            <a:r>
              <a:rPr lang="ru-RU" dirty="0"/>
              <a:t>ТЕХНОЛОГИИ И ИНСТРУМЕНТЫ РЕАЛИЗАЦИИ</a:t>
            </a:r>
          </a:p>
        </p:txBody>
      </p:sp>
      <p:sp>
        <p:nvSpPr>
          <p:cNvPr id="7" name="Текст 6">
            <a:extLst>
              <a:ext uri="{FF2B5EF4-FFF2-40B4-BE49-F238E27FC236}">
                <a16:creationId xmlns:a16="http://schemas.microsoft.com/office/drawing/2014/main" id="{0486A9F5-373C-48AD-8F73-59D6CB6FF52B}"/>
              </a:ext>
            </a:extLst>
          </p:cNvPr>
          <p:cNvSpPr>
            <a:spLocks noGrp="1"/>
          </p:cNvSpPr>
          <p:nvPr>
            <p:ph type="body" idx="1"/>
          </p:nvPr>
        </p:nvSpPr>
        <p:spPr>
          <a:xfrm>
            <a:off x="252133" y="1236087"/>
            <a:ext cx="8639734" cy="400110"/>
          </a:xfrm>
        </p:spPr>
        <p:txBody>
          <a:bodyPr>
            <a:noAutofit/>
          </a:bodyPr>
          <a:lstStyle/>
          <a:p>
            <a:r>
              <a:rPr lang="ru-RU" sz="1800" b="1" dirty="0">
                <a:latin typeface="Century Gothic" panose="020B0502020202020204" pitchFamily="34" charset="0"/>
              </a:rPr>
              <a:t>Для серверной части:</a:t>
            </a:r>
          </a:p>
        </p:txBody>
      </p:sp>
      <p:pic>
        <p:nvPicPr>
          <p:cNvPr id="2064" name="Picture 16">
            <a:extLst>
              <a:ext uri="{FF2B5EF4-FFF2-40B4-BE49-F238E27FC236}">
                <a16:creationId xmlns:a16="http://schemas.microsoft.com/office/drawing/2014/main" id="{4596CA2C-1075-8EBF-23C7-9C163B2C8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6398" y="2046001"/>
            <a:ext cx="1173659" cy="1148491"/>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46289BF7-80DA-6DF8-8826-ADC2121D8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385" y="2091811"/>
            <a:ext cx="1071224" cy="1056872"/>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31231841-0857-3A47-8002-D32464EEC2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4715" y="2078750"/>
            <a:ext cx="1097390" cy="1097390"/>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AF291A5A-8D07-A6B8-0A4D-8876CDC913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515" y="1945575"/>
            <a:ext cx="1325516" cy="1325516"/>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63E493EA-3FD3-A22E-EE77-ED667193F4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0808" y="1665671"/>
            <a:ext cx="2769446" cy="19091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3D133E4-CE84-B59A-9172-AA186B141CCD}"/>
              </a:ext>
            </a:extLst>
          </p:cNvPr>
          <p:cNvSpPr txBox="1"/>
          <p:nvPr/>
        </p:nvSpPr>
        <p:spPr>
          <a:xfrm>
            <a:off x="467702" y="3393498"/>
            <a:ext cx="8367297"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rtl="0">
              <a:spcBef>
                <a:spcPts val="0"/>
              </a:spcBef>
              <a:spcAft>
                <a:spcPts val="0"/>
              </a:spcAft>
            </a:pPr>
            <a:r>
              <a:rPr lang="en" sz="1400" b="0" i="0" u="none" strike="noStrike" dirty="0">
                <a:solidFill>
                  <a:srgbClr val="000000"/>
                </a:solidFill>
                <a:effectLst/>
                <a:latin typeface="Century Gothic" panose="020B0502020202020204" pitchFamily="34" charset="0"/>
              </a:rPr>
              <a:t>Maven</a:t>
            </a:r>
            <a:r>
              <a:rPr lang="ru-RU" sz="1400" dirty="0">
                <a:latin typeface="Century Gothic" panose="020B0502020202020204" pitchFamily="34" charset="0"/>
              </a:rPr>
              <a:t>					</a:t>
            </a:r>
            <a:r>
              <a:rPr lang="en" sz="1400" b="0" i="0" u="none" strike="noStrike" dirty="0">
                <a:solidFill>
                  <a:srgbClr val="000000"/>
                </a:solidFill>
                <a:effectLst/>
                <a:latin typeface="Century Gothic" panose="020B0502020202020204" pitchFamily="34" charset="0"/>
              </a:rPr>
              <a:t>Java</a:t>
            </a:r>
            <a:r>
              <a:rPr lang="ru-RU" sz="1400" dirty="0">
                <a:latin typeface="Century Gothic" panose="020B0502020202020204" pitchFamily="34" charset="0"/>
              </a:rPr>
              <a:t>			</a:t>
            </a:r>
            <a:r>
              <a:rPr lang="en" sz="1400" b="0" i="0" u="none" strike="noStrike" dirty="0">
                <a:solidFill>
                  <a:srgbClr val="000000"/>
                </a:solidFill>
                <a:effectLst/>
                <a:latin typeface="Century Gothic" panose="020B0502020202020204" pitchFamily="34" charset="0"/>
              </a:rPr>
              <a:t>PostgreSQL</a:t>
            </a:r>
            <a:r>
              <a:rPr lang="ru-RU" sz="1400" dirty="0">
                <a:latin typeface="Century Gothic" panose="020B0502020202020204" pitchFamily="34" charset="0"/>
              </a:rPr>
              <a:t>			</a:t>
            </a:r>
            <a:r>
              <a:rPr lang="en" sz="1400" b="0" i="0" u="none" strike="noStrike" dirty="0" err="1">
                <a:solidFill>
                  <a:srgbClr val="000000"/>
                </a:solidFill>
                <a:effectLst/>
                <a:latin typeface="Century Gothic" panose="020B0502020202020204" pitchFamily="34" charset="0"/>
              </a:rPr>
              <a:t>Intellij</a:t>
            </a:r>
            <a:r>
              <a:rPr lang="en" sz="1400" b="0" i="0" u="none" strike="noStrike" dirty="0">
                <a:solidFill>
                  <a:srgbClr val="000000"/>
                </a:solidFill>
                <a:effectLst/>
                <a:latin typeface="Century Gothic" panose="020B0502020202020204" pitchFamily="34" charset="0"/>
              </a:rPr>
              <a:t> IDEA</a:t>
            </a:r>
            <a:r>
              <a:rPr lang="ru-RU" sz="1400" b="0" i="0" u="none" strike="noStrike" dirty="0">
                <a:solidFill>
                  <a:srgbClr val="000000"/>
                </a:solidFill>
                <a:effectLst/>
                <a:latin typeface="Century Gothic" panose="020B0502020202020204" pitchFamily="34" charset="0"/>
              </a:rPr>
              <a:t>			</a:t>
            </a:r>
            <a:r>
              <a:rPr lang="en" sz="1400" b="0" i="0" u="none" strike="noStrike" dirty="0">
                <a:solidFill>
                  <a:srgbClr val="000000"/>
                </a:solidFill>
                <a:effectLst/>
                <a:latin typeface="Century Gothic" panose="020B0502020202020204" pitchFamily="34" charset="0"/>
              </a:rPr>
              <a:t>Spring Framework</a:t>
            </a:r>
          </a:p>
        </p:txBody>
      </p:sp>
      <p:sp>
        <p:nvSpPr>
          <p:cNvPr id="3" name="Прямоугольник 2">
            <a:extLst>
              <a:ext uri="{FF2B5EF4-FFF2-40B4-BE49-F238E27FC236}">
                <a16:creationId xmlns:a16="http://schemas.microsoft.com/office/drawing/2014/main" id="{DFD4AA3B-3B81-1665-329E-E03618AE9A94}"/>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9" name="Нижний колонтитул 5">
            <a:extLst>
              <a:ext uri="{FF2B5EF4-FFF2-40B4-BE49-F238E27FC236}">
                <a16:creationId xmlns:a16="http://schemas.microsoft.com/office/drawing/2014/main" id="{E46651D3-1456-3A5E-ABAE-1EAE82859A51}"/>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9CAD0855-4128-DD02-9119-2FD76AE39A39}"/>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393144253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132D522-7875-4B91-BB01-6A08C43D7358}"/>
              </a:ext>
            </a:extLst>
          </p:cNvPr>
          <p:cNvSpPr>
            <a:spLocks noGrp="1"/>
          </p:cNvSpPr>
          <p:nvPr>
            <p:ph type="sldNum" sz="quarter" idx="2"/>
          </p:nvPr>
        </p:nvSpPr>
        <p:spPr/>
        <p:txBody>
          <a:bodyPr/>
          <a:lstStyle/>
          <a:p>
            <a:fld id="{86CB4B4D-7CA3-9044-876B-883B54F8677D}" type="slidenum">
              <a:rPr lang="ru-RU" smtClean="0"/>
              <a:pPr/>
              <a:t>6</a:t>
            </a:fld>
            <a:endParaRPr lang="ru-RU" dirty="0"/>
          </a:p>
        </p:txBody>
      </p:sp>
      <p:sp>
        <p:nvSpPr>
          <p:cNvPr id="3" name="Заголовок 2">
            <a:extLst>
              <a:ext uri="{FF2B5EF4-FFF2-40B4-BE49-F238E27FC236}">
                <a16:creationId xmlns:a16="http://schemas.microsoft.com/office/drawing/2014/main" id="{9230AE30-BADD-4D97-8DCB-E24AA2595E4A}"/>
              </a:ext>
            </a:extLst>
          </p:cNvPr>
          <p:cNvSpPr>
            <a:spLocks noGrp="1"/>
          </p:cNvSpPr>
          <p:nvPr>
            <p:ph type="title"/>
          </p:nvPr>
        </p:nvSpPr>
        <p:spPr/>
        <p:txBody>
          <a:bodyPr>
            <a:normAutofit/>
          </a:bodyPr>
          <a:lstStyle/>
          <a:p>
            <a:r>
              <a:rPr lang="ru-RU" sz="2800" dirty="0">
                <a:solidFill>
                  <a:schemeClr val="bg1"/>
                </a:solidFill>
              </a:rPr>
              <a:t>АРХИТЕКТУРА</a:t>
            </a:r>
            <a:endParaRPr lang="ru-RU" dirty="0"/>
          </a:p>
        </p:txBody>
      </p:sp>
      <p:sp>
        <p:nvSpPr>
          <p:cNvPr id="16" name="TextBox 15">
            <a:extLst>
              <a:ext uri="{FF2B5EF4-FFF2-40B4-BE49-F238E27FC236}">
                <a16:creationId xmlns:a16="http://schemas.microsoft.com/office/drawing/2014/main" id="{D636AA01-B094-1E6B-C732-DACCBD32532B}"/>
              </a:ext>
            </a:extLst>
          </p:cNvPr>
          <p:cNvSpPr txBox="1"/>
          <p:nvPr/>
        </p:nvSpPr>
        <p:spPr>
          <a:xfrm>
            <a:off x="5424743" y="1371503"/>
            <a:ext cx="3384376"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400" dirty="0">
                <a:solidFill>
                  <a:srgbClr val="0F2C68"/>
                </a:solidFill>
                <a:latin typeface="Century Gothic" panose="020B0502020202020204" pitchFamily="34" charset="0"/>
              </a:rPr>
              <a:t>Архитектура проекта</a:t>
            </a:r>
            <a:endParaRPr lang="ru-RU" sz="1400" b="0" i="0" u="none" strike="noStrike" dirty="0">
              <a:solidFill>
                <a:srgbClr val="0F2C68"/>
              </a:solidFill>
              <a:effectLst/>
              <a:latin typeface="Century Gothic" panose="020B0502020202020204" pitchFamily="34" charset="0"/>
            </a:endParaRPr>
          </a:p>
        </p:txBody>
      </p:sp>
      <p:pic>
        <p:nvPicPr>
          <p:cNvPr id="7" name="Рисунок 6">
            <a:extLst>
              <a:ext uri="{FF2B5EF4-FFF2-40B4-BE49-F238E27FC236}">
                <a16:creationId xmlns:a16="http://schemas.microsoft.com/office/drawing/2014/main" id="{3217444A-636C-F4FD-559B-482832AEE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643819"/>
            <a:ext cx="7128792" cy="2942791"/>
          </a:xfrm>
          <a:prstGeom prst="rect">
            <a:avLst/>
          </a:prstGeom>
        </p:spPr>
      </p:pic>
      <p:sp>
        <p:nvSpPr>
          <p:cNvPr id="4" name="Прямоугольник 3">
            <a:extLst>
              <a:ext uri="{FF2B5EF4-FFF2-40B4-BE49-F238E27FC236}">
                <a16:creationId xmlns:a16="http://schemas.microsoft.com/office/drawing/2014/main" id="{1825228C-AD31-E862-7436-1172DF1E5465}"/>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9" name="Нижний колонтитул 5">
            <a:extLst>
              <a:ext uri="{FF2B5EF4-FFF2-40B4-BE49-F238E27FC236}">
                <a16:creationId xmlns:a16="http://schemas.microsoft.com/office/drawing/2014/main" id="{C169B33A-CA17-BB38-9C71-CCD02F7A8345}"/>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4A27542C-ACFC-6759-2338-EF2DA0D6D2F0}"/>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50886201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132D522-7875-4B91-BB01-6A08C43D7358}"/>
              </a:ext>
            </a:extLst>
          </p:cNvPr>
          <p:cNvSpPr>
            <a:spLocks noGrp="1"/>
          </p:cNvSpPr>
          <p:nvPr>
            <p:ph type="sldNum" sz="quarter" idx="2"/>
          </p:nvPr>
        </p:nvSpPr>
        <p:spPr/>
        <p:txBody>
          <a:bodyPr/>
          <a:lstStyle/>
          <a:p>
            <a:fld id="{86CB4B4D-7CA3-9044-876B-883B54F8677D}" type="slidenum">
              <a:rPr lang="ru-RU" smtClean="0"/>
              <a:pPr/>
              <a:t>7</a:t>
            </a:fld>
            <a:endParaRPr lang="ru-RU" dirty="0"/>
          </a:p>
        </p:txBody>
      </p:sp>
      <p:sp>
        <p:nvSpPr>
          <p:cNvPr id="3" name="Заголовок 2">
            <a:extLst>
              <a:ext uri="{FF2B5EF4-FFF2-40B4-BE49-F238E27FC236}">
                <a16:creationId xmlns:a16="http://schemas.microsoft.com/office/drawing/2014/main" id="{9230AE30-BADD-4D97-8DCB-E24AA2595E4A}"/>
              </a:ext>
            </a:extLst>
          </p:cNvPr>
          <p:cNvSpPr>
            <a:spLocks noGrp="1"/>
          </p:cNvSpPr>
          <p:nvPr>
            <p:ph type="title"/>
          </p:nvPr>
        </p:nvSpPr>
        <p:spPr/>
        <p:txBody>
          <a:bodyPr>
            <a:normAutofit/>
          </a:bodyPr>
          <a:lstStyle/>
          <a:p>
            <a:r>
              <a:rPr lang="ru-RU" sz="2800" dirty="0">
                <a:solidFill>
                  <a:schemeClr val="bg1"/>
                </a:solidFill>
              </a:rPr>
              <a:t>АРХИТЕКТУРА</a:t>
            </a:r>
            <a:endParaRPr lang="ru-RU" dirty="0"/>
          </a:p>
        </p:txBody>
      </p:sp>
      <p:sp>
        <p:nvSpPr>
          <p:cNvPr id="15" name="TextBox 14">
            <a:extLst>
              <a:ext uri="{FF2B5EF4-FFF2-40B4-BE49-F238E27FC236}">
                <a16:creationId xmlns:a16="http://schemas.microsoft.com/office/drawing/2014/main" id="{D121190B-414F-8AAB-86B6-821E3A7DD5BE}"/>
              </a:ext>
            </a:extLst>
          </p:cNvPr>
          <p:cNvSpPr txBox="1"/>
          <p:nvPr/>
        </p:nvSpPr>
        <p:spPr>
          <a:xfrm>
            <a:off x="-180528" y="1465900"/>
            <a:ext cx="3384376"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400" dirty="0">
                <a:solidFill>
                  <a:srgbClr val="0F2C68"/>
                </a:solidFill>
                <a:latin typeface="Century Gothic" panose="020B0502020202020204" pitchFamily="34" charset="0"/>
              </a:rPr>
              <a:t>Схема Базы данных</a:t>
            </a:r>
            <a:endParaRPr lang="ru-RU" sz="1400" b="0" i="0" u="none" strike="noStrike" dirty="0">
              <a:solidFill>
                <a:srgbClr val="0F2C68"/>
              </a:solidFill>
              <a:effectLst/>
              <a:latin typeface="Century Gothic" panose="020B0502020202020204" pitchFamily="34" charset="0"/>
            </a:endParaRPr>
          </a:p>
        </p:txBody>
      </p:sp>
      <p:sp>
        <p:nvSpPr>
          <p:cNvPr id="7" name="TextBox 6">
            <a:extLst>
              <a:ext uri="{FF2B5EF4-FFF2-40B4-BE49-F238E27FC236}">
                <a16:creationId xmlns:a16="http://schemas.microsoft.com/office/drawing/2014/main" id="{BFBDBDC3-09DE-5D9E-79B4-CDD8BC4161A3}"/>
              </a:ext>
            </a:extLst>
          </p:cNvPr>
          <p:cNvSpPr txBox="1"/>
          <p:nvPr/>
        </p:nvSpPr>
        <p:spPr>
          <a:xfrm>
            <a:off x="0" y="1900698"/>
            <a:ext cx="2707306"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400" dirty="0">
                <a:solidFill>
                  <a:srgbClr val="0F2C68"/>
                </a:solidFill>
                <a:latin typeface="Century Gothic" panose="020B0502020202020204" pitchFamily="34" charset="0"/>
              </a:rPr>
              <a:t>База данных размещена </a:t>
            </a:r>
            <a:endParaRPr lang="en-US" sz="1400" dirty="0">
              <a:solidFill>
                <a:srgbClr val="0F2C68"/>
              </a:solidFill>
              <a:latin typeface="Century Gothic" panose="020B0502020202020204" pitchFamily="34" charset="0"/>
            </a:endParaRPr>
          </a:p>
          <a:p>
            <a:r>
              <a:rPr lang="ru-RU" sz="1400" dirty="0">
                <a:solidFill>
                  <a:srgbClr val="0F2C68"/>
                </a:solidFill>
                <a:latin typeface="Century Gothic" panose="020B0502020202020204" pitchFamily="34" charset="0"/>
              </a:rPr>
              <a:t>на сервере</a:t>
            </a:r>
            <a:endParaRPr lang="en-US" sz="1400" dirty="0">
              <a:solidFill>
                <a:srgbClr val="0F2C68"/>
              </a:solidFill>
              <a:latin typeface="Century Gothic" panose="020B0502020202020204" pitchFamily="34" charset="0"/>
            </a:endParaRPr>
          </a:p>
          <a:p>
            <a:r>
              <a:rPr lang="ru-RU" sz="1400" dirty="0">
                <a:solidFill>
                  <a:srgbClr val="0F2C68"/>
                </a:solidFill>
                <a:latin typeface="Century Gothic" panose="020B0502020202020204" pitchFamily="34" charset="0"/>
              </a:rPr>
              <a:t> </a:t>
            </a:r>
            <a:r>
              <a:rPr lang="ru-RU" sz="1400" dirty="0" err="1">
                <a:solidFill>
                  <a:srgbClr val="0F2C68"/>
                </a:solidFill>
                <a:latin typeface="Century Gothic" panose="020B0502020202020204" pitchFamily="34" charset="0"/>
              </a:rPr>
              <a:t>jdbc:postgresql</a:t>
            </a:r>
            <a:r>
              <a:rPr lang="ru-RU" sz="1400" dirty="0">
                <a:solidFill>
                  <a:srgbClr val="0F2C68"/>
                </a:solidFill>
                <a:latin typeface="Century Gothic" panose="020B0502020202020204" pitchFamily="34" charset="0"/>
              </a:rPr>
              <a:t>://</a:t>
            </a:r>
            <a:endParaRPr lang="en-US" sz="1400" dirty="0">
              <a:solidFill>
                <a:srgbClr val="0F2C68"/>
              </a:solidFill>
              <a:latin typeface="Century Gothic" panose="020B0502020202020204" pitchFamily="34" charset="0"/>
            </a:endParaRPr>
          </a:p>
          <a:p>
            <a:r>
              <a:rPr lang="ru-RU" sz="1400" dirty="0">
                <a:solidFill>
                  <a:srgbClr val="0F2C68"/>
                </a:solidFill>
                <a:latin typeface="Century Gothic" panose="020B0502020202020204" pitchFamily="34" charset="0"/>
              </a:rPr>
              <a:t>82.97.244.207:5432/</a:t>
            </a:r>
            <a:r>
              <a:rPr lang="en-US" sz="1400" dirty="0">
                <a:solidFill>
                  <a:srgbClr val="0F2C68"/>
                </a:solidFill>
                <a:latin typeface="Century Gothic" panose="020B0502020202020204" pitchFamily="34" charset="0"/>
              </a:rPr>
              <a:t>university</a:t>
            </a:r>
            <a:endParaRPr lang="ru-RU" sz="1400" dirty="0">
              <a:solidFill>
                <a:srgbClr val="0F2C68"/>
              </a:solidFill>
              <a:latin typeface="Century Gothic" panose="020B0502020202020204" pitchFamily="34" charset="0"/>
            </a:endParaRPr>
          </a:p>
        </p:txBody>
      </p:sp>
      <p:sp>
        <p:nvSpPr>
          <p:cNvPr id="4" name="Прямоугольник 3">
            <a:extLst>
              <a:ext uri="{FF2B5EF4-FFF2-40B4-BE49-F238E27FC236}">
                <a16:creationId xmlns:a16="http://schemas.microsoft.com/office/drawing/2014/main" id="{D2BE698D-27B0-41A9-B74E-2430CDB2156C}"/>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10" name="Нижний колонтитул 5">
            <a:extLst>
              <a:ext uri="{FF2B5EF4-FFF2-40B4-BE49-F238E27FC236}">
                <a16:creationId xmlns:a16="http://schemas.microsoft.com/office/drawing/2014/main" id="{B4143D82-4FC8-D8A5-7517-DC8BE70B0CCB}"/>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1" name="Нижний колонтитул 5">
            <a:extLst>
              <a:ext uri="{FF2B5EF4-FFF2-40B4-BE49-F238E27FC236}">
                <a16:creationId xmlns:a16="http://schemas.microsoft.com/office/drawing/2014/main" id="{6D325777-B99B-6169-318F-1E2B5632F3F9}"/>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pic>
        <p:nvPicPr>
          <p:cNvPr id="8" name="Рисунок 7">
            <a:extLst>
              <a:ext uri="{FF2B5EF4-FFF2-40B4-BE49-F238E27FC236}">
                <a16:creationId xmlns:a16="http://schemas.microsoft.com/office/drawing/2014/main" id="{1AACD54D-CC74-340F-EE3A-98102BCC5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8140" y="668557"/>
            <a:ext cx="5605270" cy="4474943"/>
          </a:xfrm>
          <a:prstGeom prst="rect">
            <a:avLst/>
          </a:prstGeom>
        </p:spPr>
      </p:pic>
    </p:spTree>
    <p:extLst>
      <p:ext uri="{BB962C8B-B14F-4D97-AF65-F5344CB8AC3E}">
        <p14:creationId xmlns:p14="http://schemas.microsoft.com/office/powerpoint/2010/main" val="86902518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132D522-7875-4B91-BB01-6A08C43D7358}"/>
              </a:ext>
            </a:extLst>
          </p:cNvPr>
          <p:cNvSpPr>
            <a:spLocks noGrp="1"/>
          </p:cNvSpPr>
          <p:nvPr>
            <p:ph type="sldNum" sz="quarter" idx="2"/>
          </p:nvPr>
        </p:nvSpPr>
        <p:spPr/>
        <p:txBody>
          <a:bodyPr/>
          <a:lstStyle/>
          <a:p>
            <a:fld id="{86CB4B4D-7CA3-9044-876B-883B54F8677D}" type="slidenum">
              <a:rPr lang="ru-RU" smtClean="0"/>
              <a:pPr/>
              <a:t>8</a:t>
            </a:fld>
            <a:endParaRPr lang="ru-RU" dirty="0"/>
          </a:p>
        </p:txBody>
      </p:sp>
      <p:sp>
        <p:nvSpPr>
          <p:cNvPr id="3" name="Заголовок 2">
            <a:extLst>
              <a:ext uri="{FF2B5EF4-FFF2-40B4-BE49-F238E27FC236}">
                <a16:creationId xmlns:a16="http://schemas.microsoft.com/office/drawing/2014/main" id="{9230AE30-BADD-4D97-8DCB-E24AA2595E4A}"/>
              </a:ext>
            </a:extLst>
          </p:cNvPr>
          <p:cNvSpPr>
            <a:spLocks noGrp="1"/>
          </p:cNvSpPr>
          <p:nvPr>
            <p:ph type="title"/>
          </p:nvPr>
        </p:nvSpPr>
        <p:spPr/>
        <p:txBody>
          <a:bodyPr>
            <a:normAutofit/>
          </a:bodyPr>
          <a:lstStyle/>
          <a:p>
            <a:r>
              <a:rPr lang="en-US" sz="2800" dirty="0" err="1">
                <a:solidFill>
                  <a:schemeClr val="bg1"/>
                </a:solidFill>
              </a:rPr>
              <a:t>Р</a:t>
            </a:r>
            <a:r>
              <a:rPr lang="ru-RU" dirty="0"/>
              <a:t>ЕШЕНИЕ ЗАДАЧИ СОСТАВЛЕНИЯ РАСПИСАНИЙ</a:t>
            </a:r>
          </a:p>
        </p:txBody>
      </p:sp>
      <p:sp>
        <p:nvSpPr>
          <p:cNvPr id="6" name="TextBox 5">
            <a:extLst>
              <a:ext uri="{FF2B5EF4-FFF2-40B4-BE49-F238E27FC236}">
                <a16:creationId xmlns:a16="http://schemas.microsoft.com/office/drawing/2014/main" id="{94AF4B98-0366-7474-CB7C-D66754AA7C04}"/>
              </a:ext>
            </a:extLst>
          </p:cNvPr>
          <p:cNvSpPr txBox="1"/>
          <p:nvPr/>
        </p:nvSpPr>
        <p:spPr>
          <a:xfrm>
            <a:off x="139780" y="1408296"/>
            <a:ext cx="3384376" cy="3046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dirty="0">
                <a:solidFill>
                  <a:srgbClr val="0F2C68"/>
                </a:solidFill>
                <a:latin typeface="Century Gothic" panose="020B0502020202020204" pitchFamily="34" charset="0"/>
              </a:rPr>
              <a:t>MILP </a:t>
            </a:r>
            <a:r>
              <a:rPr lang="en-US" sz="1200" dirty="0" err="1">
                <a:solidFill>
                  <a:srgbClr val="0F2C68"/>
                </a:solidFill>
                <a:latin typeface="Century Gothic" panose="020B0502020202020204" pitchFamily="34" charset="0"/>
              </a:rPr>
              <a:t>п</a:t>
            </a:r>
            <a:r>
              <a:rPr lang="ru-RU" sz="1200" dirty="0">
                <a:solidFill>
                  <a:srgbClr val="0F2C68"/>
                </a:solidFill>
                <a:latin typeface="Century Gothic" panose="020B0502020202020204" pitchFamily="34" charset="0"/>
              </a:rPr>
              <a:t>остановка задачи: Задача ставится как </a:t>
            </a:r>
            <a:r>
              <a:rPr lang="ru-RU" sz="1200" dirty="0" err="1">
                <a:solidFill>
                  <a:srgbClr val="0F2C68"/>
                </a:solidFill>
                <a:latin typeface="Century Gothic" panose="020B0502020202020204" pitchFamily="34" charset="0"/>
              </a:rPr>
              <a:t>линейная</a:t>
            </a:r>
            <a:r>
              <a:rPr lang="ru-RU" sz="1200" dirty="0">
                <a:solidFill>
                  <a:srgbClr val="0F2C68"/>
                </a:solidFill>
                <a:latin typeface="Century Gothic" panose="020B0502020202020204" pitchFamily="34" charset="0"/>
              </a:rPr>
              <a:t> модель с целочисленными переменными и ограничениями, представленными в виде </a:t>
            </a:r>
            <a:r>
              <a:rPr lang="ru-RU" sz="1200" dirty="0" err="1">
                <a:solidFill>
                  <a:srgbClr val="0F2C68"/>
                </a:solidFill>
                <a:latin typeface="Century Gothic" panose="020B0502020202020204" pitchFamily="34" charset="0"/>
              </a:rPr>
              <a:t>линейных</a:t>
            </a:r>
            <a:r>
              <a:rPr lang="ru-RU" sz="1200" dirty="0">
                <a:solidFill>
                  <a:srgbClr val="0F2C68"/>
                </a:solidFill>
                <a:latin typeface="Century Gothic" panose="020B0502020202020204" pitchFamily="34" charset="0"/>
              </a:rPr>
              <a:t> уравнений и неравенств.</a:t>
            </a:r>
          </a:p>
          <a:p>
            <a:r>
              <a:rPr lang="ru-RU" sz="1200" dirty="0">
                <a:solidFill>
                  <a:srgbClr val="0F2C68"/>
                </a:solidFill>
                <a:latin typeface="Century Gothic" panose="020B0502020202020204" pitchFamily="34" charset="0"/>
              </a:rPr>
              <a:t> 							</a:t>
            </a:r>
          </a:p>
          <a:p>
            <a:r>
              <a:rPr lang="ru-RU" sz="1200" dirty="0">
                <a:solidFill>
                  <a:srgbClr val="0F2C68"/>
                </a:solidFill>
                <a:latin typeface="Century Gothic" panose="020B0502020202020204" pitchFamily="34" charset="0"/>
              </a:rPr>
              <a:t>Сформулированная </a:t>
            </a:r>
            <a:r>
              <a:rPr lang="en" sz="1200" dirty="0">
                <a:solidFill>
                  <a:srgbClr val="0F2C68"/>
                </a:solidFill>
                <a:latin typeface="Century Gothic" panose="020B0502020202020204" pitchFamily="34" charset="0"/>
              </a:rPr>
              <a:t>MILP </a:t>
            </a:r>
            <a:r>
              <a:rPr lang="ru-RU" sz="1200" dirty="0">
                <a:solidFill>
                  <a:srgbClr val="0F2C68"/>
                </a:solidFill>
                <a:latin typeface="Century Gothic" panose="020B0502020202020204" pitchFamily="34" charset="0"/>
              </a:rPr>
              <a:t>модель с переменными, ограничениями передается в </a:t>
            </a:r>
            <a:r>
              <a:rPr lang="en" sz="1200" dirty="0">
                <a:solidFill>
                  <a:srgbClr val="0F2C68"/>
                </a:solidFill>
                <a:latin typeface="Century Gothic" panose="020B0502020202020204" pitchFamily="34" charset="0"/>
              </a:rPr>
              <a:t>MILP </a:t>
            </a:r>
            <a:r>
              <a:rPr lang="ru-RU" sz="1200" dirty="0" err="1">
                <a:solidFill>
                  <a:srgbClr val="0F2C68"/>
                </a:solidFill>
                <a:latin typeface="Century Gothic" panose="020B0502020202020204" pitchFamily="34" charset="0"/>
              </a:rPr>
              <a:t>солвер</a:t>
            </a:r>
            <a:r>
              <a:rPr lang="ru-RU" sz="1200" dirty="0">
                <a:solidFill>
                  <a:srgbClr val="0F2C68"/>
                </a:solidFill>
                <a:latin typeface="Century Gothic" panose="020B0502020202020204" pitchFamily="34" charset="0"/>
              </a:rPr>
              <a:t> (СВС/</a:t>
            </a:r>
            <a:r>
              <a:rPr lang="en-US" sz="1200" dirty="0" err="1">
                <a:solidFill>
                  <a:srgbClr val="0F2C68"/>
                </a:solidFill>
                <a:latin typeface="Century Gothic" panose="020B0502020202020204" pitchFamily="34" charset="0"/>
              </a:rPr>
              <a:t>Gurobi</a:t>
            </a:r>
            <a:r>
              <a:rPr lang="ru-RU" sz="1200" dirty="0">
                <a:solidFill>
                  <a:srgbClr val="0F2C68"/>
                </a:solidFill>
                <a:latin typeface="Century Gothic" panose="020B0502020202020204" pitchFamily="34" charset="0"/>
              </a:rPr>
              <a:t>), </a:t>
            </a:r>
            <a:r>
              <a:rPr lang="ru-RU" sz="1200" dirty="0" err="1">
                <a:solidFill>
                  <a:srgbClr val="0F2C68"/>
                </a:solidFill>
                <a:latin typeface="Century Gothic" panose="020B0502020202020204" pitchFamily="34" charset="0"/>
              </a:rPr>
              <a:t>которыи</a:t>
            </a:r>
            <a:r>
              <a:rPr lang="ru-RU" sz="1200" dirty="0">
                <a:solidFill>
                  <a:srgbClr val="0F2C68"/>
                </a:solidFill>
                <a:latin typeface="Century Gothic" panose="020B0502020202020204" pitchFamily="34" charset="0"/>
              </a:rPr>
              <a:t>̆ находит решение, соответствующее корректному расписанию.</a:t>
            </a:r>
          </a:p>
          <a:p>
            <a:r>
              <a:rPr lang="ru-RU" sz="1200" dirty="0">
                <a:solidFill>
                  <a:srgbClr val="0F2C68"/>
                </a:solidFill>
                <a:latin typeface="Century Gothic" panose="020B0502020202020204" pitchFamily="34" charset="0"/>
              </a:rPr>
              <a:t> 							</a:t>
            </a:r>
          </a:p>
          <a:p>
            <a:r>
              <a:rPr lang="ru-RU" sz="1200" dirty="0">
                <a:solidFill>
                  <a:srgbClr val="0F2C68"/>
                </a:solidFill>
                <a:latin typeface="Century Gothic" panose="020B0502020202020204" pitchFamily="34" charset="0"/>
              </a:rPr>
              <a:t>Полученное оптимальное расписание транслируется из терминов </a:t>
            </a:r>
            <a:r>
              <a:rPr lang="en" sz="1200" dirty="0">
                <a:solidFill>
                  <a:srgbClr val="0F2C68"/>
                </a:solidFill>
                <a:latin typeface="Century Gothic" panose="020B0502020202020204" pitchFamily="34" charset="0"/>
              </a:rPr>
              <a:t>MILP </a:t>
            </a:r>
            <a:r>
              <a:rPr lang="ru-RU" sz="1200" dirty="0">
                <a:solidFill>
                  <a:srgbClr val="0F2C68"/>
                </a:solidFill>
                <a:latin typeface="Century Gothic" panose="020B0502020202020204" pitchFamily="34" charset="0"/>
              </a:rPr>
              <a:t>модели в термины задачи. </a:t>
            </a:r>
            <a:endParaRPr lang="ru-RU" sz="1200" b="0" i="0" u="none" strike="noStrike" dirty="0">
              <a:solidFill>
                <a:srgbClr val="0F2C68"/>
              </a:solidFill>
              <a:effectLst/>
              <a:latin typeface="Century Gothic" panose="020B0502020202020204" pitchFamily="34" charset="0"/>
            </a:endParaRPr>
          </a:p>
        </p:txBody>
      </p:sp>
      <p:sp>
        <p:nvSpPr>
          <p:cNvPr id="8" name="Стрелка вправо 7">
            <a:extLst>
              <a:ext uri="{FF2B5EF4-FFF2-40B4-BE49-F238E27FC236}">
                <a16:creationId xmlns:a16="http://schemas.microsoft.com/office/drawing/2014/main" id="{B77A0573-9CE3-77CF-DA39-FE68D019BA80}"/>
              </a:ext>
            </a:extLst>
          </p:cNvPr>
          <p:cNvSpPr/>
          <p:nvPr/>
        </p:nvSpPr>
        <p:spPr>
          <a:xfrm>
            <a:off x="3384777" y="2499742"/>
            <a:ext cx="1296144" cy="432048"/>
          </a:xfrm>
          <a:prstGeom prst="rightArrow">
            <a:avLst/>
          </a:prstGeom>
          <a:solidFill>
            <a:srgbClr val="0F2C68"/>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GB" sz="3200" b="0" i="0" u="none" strike="noStrike" cap="none" spc="0" normalizeH="0" baseline="0">
              <a:ln>
                <a:noFill/>
              </a:ln>
              <a:solidFill>
                <a:srgbClr val="FFFFFF"/>
              </a:solidFill>
              <a:effectLst/>
              <a:uFillTx/>
              <a:latin typeface="+mj-lt"/>
              <a:ea typeface="+mj-ea"/>
              <a:cs typeface="+mj-cs"/>
              <a:sym typeface="Helvetica Light"/>
            </a:endParaRPr>
          </a:p>
        </p:txBody>
      </p:sp>
      <p:sp>
        <p:nvSpPr>
          <p:cNvPr id="7" name="AutoShape 2" descr="Gurobi Helps Software Companies Successfully Integrate Optimization Into  Their Solutions | Business Wire">
            <a:extLst>
              <a:ext uri="{FF2B5EF4-FFF2-40B4-BE49-F238E27FC236}">
                <a16:creationId xmlns:a16="http://schemas.microsoft.com/office/drawing/2014/main" id="{4163C5C4-A304-5C94-4754-6AB3552CEDE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8" name="Picture 4" descr="The Leader in Decision Intelligence Technology - Gurobi Optimization">
            <a:extLst>
              <a:ext uri="{FF2B5EF4-FFF2-40B4-BE49-F238E27FC236}">
                <a16:creationId xmlns:a16="http://schemas.microsoft.com/office/drawing/2014/main" id="{4177E4CA-33C0-8AF5-715C-10B6CC049B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860" y="4281540"/>
            <a:ext cx="1888356" cy="50240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 coin-or/Cbc: COIN-OR Branch-and-Cut solver">
            <a:extLst>
              <a:ext uri="{FF2B5EF4-FFF2-40B4-BE49-F238E27FC236}">
                <a16:creationId xmlns:a16="http://schemas.microsoft.com/office/drawing/2014/main" id="{657E3C01-12EA-C62A-0379-3AE13A8F3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9" y="4221918"/>
            <a:ext cx="621651" cy="6216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D82B00-7C8D-DD72-5E94-F38739E90BEE}"/>
              </a:ext>
            </a:extLst>
          </p:cNvPr>
          <p:cNvSpPr txBox="1"/>
          <p:nvPr/>
        </p:nvSpPr>
        <p:spPr>
          <a:xfrm>
            <a:off x="5304440" y="1393157"/>
            <a:ext cx="338437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0F2C68"/>
                </a:solidFill>
                <a:latin typeface="Century Gothic" panose="020B0502020202020204" pitchFamily="34" charset="0"/>
              </a:rPr>
              <a:t>Эвристическое решение </a:t>
            </a:r>
            <a:endParaRPr lang="ru-RU" sz="1200" b="0" i="0" u="none" strike="noStrike" dirty="0">
              <a:solidFill>
                <a:srgbClr val="0F2C68"/>
              </a:solidFill>
              <a:effectLst/>
              <a:latin typeface="Century Gothic" panose="020B0502020202020204" pitchFamily="34" charset="0"/>
            </a:endParaRPr>
          </a:p>
        </p:txBody>
      </p:sp>
      <p:pic>
        <p:nvPicPr>
          <p:cNvPr id="10" name="Рисунок 9">
            <a:extLst>
              <a:ext uri="{FF2B5EF4-FFF2-40B4-BE49-F238E27FC236}">
                <a16:creationId xmlns:a16="http://schemas.microsoft.com/office/drawing/2014/main" id="{571670EE-6FCA-8E90-1E96-EBCADDE2FA03}"/>
              </a:ext>
            </a:extLst>
          </p:cNvPr>
          <p:cNvPicPr>
            <a:picLocks noChangeAspect="1"/>
          </p:cNvPicPr>
          <p:nvPr/>
        </p:nvPicPr>
        <p:blipFill rotWithShape="1">
          <a:blip r:embed="rId4">
            <a:extLst>
              <a:ext uri="{28A0092B-C50C-407E-A947-70E740481C1C}">
                <a14:useLocalDpi xmlns:a14="http://schemas.microsoft.com/office/drawing/2010/main" val="0"/>
              </a:ext>
            </a:extLst>
          </a:blip>
          <a:srcRect l="30707" t="2542" r="30382" b="2589"/>
          <a:stretch/>
        </p:blipFill>
        <p:spPr>
          <a:xfrm>
            <a:off x="5056270" y="2011603"/>
            <a:ext cx="1800720" cy="2743954"/>
          </a:xfrm>
          <a:prstGeom prst="rect">
            <a:avLst/>
          </a:prstGeom>
        </p:spPr>
      </p:pic>
      <p:pic>
        <p:nvPicPr>
          <p:cNvPr id="13" name="Рисунок 12">
            <a:extLst>
              <a:ext uri="{FF2B5EF4-FFF2-40B4-BE49-F238E27FC236}">
                <a16:creationId xmlns:a16="http://schemas.microsoft.com/office/drawing/2014/main" id="{F04F66CB-025F-9DA5-68E5-BF2D35D11596}"/>
              </a:ext>
            </a:extLst>
          </p:cNvPr>
          <p:cNvPicPr>
            <a:picLocks noChangeAspect="1"/>
          </p:cNvPicPr>
          <p:nvPr/>
        </p:nvPicPr>
        <p:blipFill rotWithShape="1">
          <a:blip r:embed="rId5">
            <a:extLst>
              <a:ext uri="{28A0092B-C50C-407E-A947-70E740481C1C}">
                <a14:useLocalDpi xmlns:a14="http://schemas.microsoft.com/office/drawing/2010/main" val="0"/>
              </a:ext>
            </a:extLst>
          </a:blip>
          <a:srcRect l="52941" t="4024" r="11996" b="20523"/>
          <a:stretch/>
        </p:blipFill>
        <p:spPr>
          <a:xfrm>
            <a:off x="6964020" y="2011407"/>
            <a:ext cx="2040200" cy="2743954"/>
          </a:xfrm>
          <a:prstGeom prst="rect">
            <a:avLst/>
          </a:prstGeom>
        </p:spPr>
      </p:pic>
      <p:sp>
        <p:nvSpPr>
          <p:cNvPr id="5" name="Прямоугольник 4">
            <a:extLst>
              <a:ext uri="{FF2B5EF4-FFF2-40B4-BE49-F238E27FC236}">
                <a16:creationId xmlns:a16="http://schemas.microsoft.com/office/drawing/2014/main" id="{1C693B54-C11F-B8E9-D040-77F8B78F7288}"/>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14" name="Нижний колонтитул 5">
            <a:extLst>
              <a:ext uri="{FF2B5EF4-FFF2-40B4-BE49-F238E27FC236}">
                <a16:creationId xmlns:a16="http://schemas.microsoft.com/office/drawing/2014/main" id="{203260B1-6B70-EF17-815E-02AFDAF8CAB6}"/>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5" name="Нижний колонтитул 5">
            <a:extLst>
              <a:ext uri="{FF2B5EF4-FFF2-40B4-BE49-F238E27FC236}">
                <a16:creationId xmlns:a16="http://schemas.microsoft.com/office/drawing/2014/main" id="{655AF8F4-E2B9-F64D-A46D-5E9DD514C3AA}"/>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179098188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132D522-7875-4B91-BB01-6A08C43D7358}"/>
              </a:ext>
            </a:extLst>
          </p:cNvPr>
          <p:cNvSpPr>
            <a:spLocks noGrp="1"/>
          </p:cNvSpPr>
          <p:nvPr>
            <p:ph type="sldNum" sz="quarter" idx="2"/>
          </p:nvPr>
        </p:nvSpPr>
        <p:spPr/>
        <p:txBody>
          <a:bodyPr/>
          <a:lstStyle/>
          <a:p>
            <a:fld id="{86CB4B4D-7CA3-9044-876B-883B54F8677D}" type="slidenum">
              <a:rPr lang="ru-RU" smtClean="0"/>
              <a:pPr/>
              <a:t>9</a:t>
            </a:fld>
            <a:endParaRPr lang="ru-RU" dirty="0"/>
          </a:p>
        </p:txBody>
      </p:sp>
      <p:sp>
        <p:nvSpPr>
          <p:cNvPr id="3" name="Заголовок 2">
            <a:extLst>
              <a:ext uri="{FF2B5EF4-FFF2-40B4-BE49-F238E27FC236}">
                <a16:creationId xmlns:a16="http://schemas.microsoft.com/office/drawing/2014/main" id="{9230AE30-BADD-4D97-8DCB-E24AA2595E4A}"/>
              </a:ext>
            </a:extLst>
          </p:cNvPr>
          <p:cNvSpPr>
            <a:spLocks noGrp="1"/>
          </p:cNvSpPr>
          <p:nvPr>
            <p:ph type="title"/>
          </p:nvPr>
        </p:nvSpPr>
        <p:spPr/>
        <p:txBody>
          <a:bodyPr>
            <a:normAutofit/>
          </a:bodyPr>
          <a:lstStyle/>
          <a:p>
            <a:r>
              <a:rPr lang="en-US" sz="2800" dirty="0" err="1">
                <a:solidFill>
                  <a:schemeClr val="bg1"/>
                </a:solidFill>
              </a:rPr>
              <a:t>Р</a:t>
            </a:r>
            <a:r>
              <a:rPr lang="ru-RU" dirty="0"/>
              <a:t>ЕШЕНИЕ ЗАДАЧИ СОСТАВЛЕНИЯ РАСПИСАНИЙ</a:t>
            </a:r>
          </a:p>
        </p:txBody>
      </p:sp>
      <p:sp>
        <p:nvSpPr>
          <p:cNvPr id="4" name="Параллелограмм 3">
            <a:extLst>
              <a:ext uri="{FF2B5EF4-FFF2-40B4-BE49-F238E27FC236}">
                <a16:creationId xmlns:a16="http://schemas.microsoft.com/office/drawing/2014/main" id="{DBF92AA7-EE71-991A-4108-0277656945DC}"/>
              </a:ext>
            </a:extLst>
          </p:cNvPr>
          <p:cNvSpPr/>
          <p:nvPr/>
        </p:nvSpPr>
        <p:spPr>
          <a:xfrm>
            <a:off x="4582902" y="3581839"/>
            <a:ext cx="2901239" cy="1145753"/>
          </a:xfrm>
          <a:prstGeom prst="parallelogram">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Локальный поиск</a:t>
            </a:r>
            <a:endParaRPr lang="en-GB" dirty="0"/>
          </a:p>
        </p:txBody>
      </p:sp>
      <p:sp>
        <p:nvSpPr>
          <p:cNvPr id="5" name="Параллелограмм 4">
            <a:extLst>
              <a:ext uri="{FF2B5EF4-FFF2-40B4-BE49-F238E27FC236}">
                <a16:creationId xmlns:a16="http://schemas.microsoft.com/office/drawing/2014/main" id="{734E8059-1918-36E1-F607-744B219A243F}"/>
              </a:ext>
            </a:extLst>
          </p:cNvPr>
          <p:cNvSpPr/>
          <p:nvPr/>
        </p:nvSpPr>
        <p:spPr>
          <a:xfrm>
            <a:off x="5623509" y="2821086"/>
            <a:ext cx="2901239" cy="1145753"/>
          </a:xfrm>
          <a:prstGeom prst="parallelogram">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Табу-поиск</a:t>
            </a:r>
            <a:endParaRPr lang="en-GB" dirty="0"/>
          </a:p>
        </p:txBody>
      </p:sp>
      <p:sp>
        <p:nvSpPr>
          <p:cNvPr id="10" name="Овал 9">
            <a:extLst>
              <a:ext uri="{FF2B5EF4-FFF2-40B4-BE49-F238E27FC236}">
                <a16:creationId xmlns:a16="http://schemas.microsoft.com/office/drawing/2014/main" id="{9D25BD87-58AE-63A6-FE22-24878BC4D002}"/>
              </a:ext>
            </a:extLst>
          </p:cNvPr>
          <p:cNvSpPr/>
          <p:nvPr/>
        </p:nvSpPr>
        <p:spPr>
          <a:xfrm>
            <a:off x="7859504" y="2466281"/>
            <a:ext cx="1098694" cy="936104"/>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Табу</a:t>
            </a:r>
          </a:p>
          <a:p>
            <a:pPr algn="ctr"/>
            <a:r>
              <a:rPr lang="ru-RU" dirty="0"/>
              <a:t>лист</a:t>
            </a:r>
            <a:endParaRPr lang="en-GB" dirty="0"/>
          </a:p>
        </p:txBody>
      </p:sp>
      <p:sp>
        <p:nvSpPr>
          <p:cNvPr id="11" name="Параллелограмм 10">
            <a:extLst>
              <a:ext uri="{FF2B5EF4-FFF2-40B4-BE49-F238E27FC236}">
                <a16:creationId xmlns:a16="http://schemas.microsoft.com/office/drawing/2014/main" id="{FC91967C-44A5-DD94-52B5-D3DF4C6A0460}"/>
              </a:ext>
            </a:extLst>
          </p:cNvPr>
          <p:cNvSpPr/>
          <p:nvPr/>
        </p:nvSpPr>
        <p:spPr>
          <a:xfrm>
            <a:off x="1403648" y="3581839"/>
            <a:ext cx="2901239" cy="1145753"/>
          </a:xfrm>
          <a:prstGeom prst="parallelogram">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Жадный алгоритм</a:t>
            </a:r>
            <a:endParaRPr lang="en-GB" dirty="0"/>
          </a:p>
        </p:txBody>
      </p:sp>
      <p:cxnSp>
        <p:nvCxnSpPr>
          <p:cNvPr id="14" name="Прямая со стрелкой 13">
            <a:extLst>
              <a:ext uri="{FF2B5EF4-FFF2-40B4-BE49-F238E27FC236}">
                <a16:creationId xmlns:a16="http://schemas.microsoft.com/office/drawing/2014/main" id="{F13AF0E7-5005-607D-2A6D-12B3F808FD28}"/>
              </a:ext>
            </a:extLst>
          </p:cNvPr>
          <p:cNvCxnSpPr>
            <a:stCxn id="11" idx="2"/>
            <a:endCxn id="4" idx="5"/>
          </p:cNvCxnSpPr>
          <p:nvPr/>
        </p:nvCxnSpPr>
        <p:spPr>
          <a:xfrm>
            <a:off x="4161668" y="4154716"/>
            <a:ext cx="564453" cy="0"/>
          </a:xfrm>
          <a:prstGeom prst="straightConnector1">
            <a:avLst/>
          </a:prstGeom>
          <a:noFill/>
          <a:ln w="25400" cap="flat">
            <a:solidFill>
              <a:schemeClr val="accent1">
                <a:lumMod val="60000"/>
                <a:lumOff val="4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12C97E57-0D8F-5DA0-AEC2-F351FC69F32A}"/>
              </a:ext>
            </a:extLst>
          </p:cNvPr>
          <p:cNvSpPr txBox="1"/>
          <p:nvPr/>
        </p:nvSpPr>
        <p:spPr>
          <a:xfrm>
            <a:off x="251520" y="1297632"/>
            <a:ext cx="5460499" cy="17851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buFont typeface="Arial" panose="020B0604020202020204" pitchFamily="34" charset="0"/>
              <a:buChar char="•"/>
            </a:pPr>
            <a:r>
              <a:rPr lang="ru-RU" sz="1200" dirty="0">
                <a:solidFill>
                  <a:srgbClr val="0F2C68"/>
                </a:solidFill>
                <a:latin typeface="Century Gothic" panose="020B0502020202020204" pitchFamily="34" charset="0"/>
              </a:rPr>
              <a:t>Пред-обработка данных, поиск узких мест</a:t>
            </a:r>
          </a:p>
          <a:p>
            <a:pPr>
              <a:buFont typeface="Arial" panose="020B0604020202020204" pitchFamily="34" charset="0"/>
              <a:buChar char="•"/>
            </a:pPr>
            <a:r>
              <a:rPr lang="ru-RU" sz="1200" dirty="0">
                <a:solidFill>
                  <a:srgbClr val="0C2B66"/>
                </a:solidFill>
                <a:effectLst/>
                <a:latin typeface="Century Gothic" panose="020B0502020202020204" pitchFamily="34" charset="0"/>
              </a:rPr>
              <a:t> </a:t>
            </a:r>
            <a:r>
              <a:rPr lang="ru-RU" sz="1200" dirty="0" err="1">
                <a:solidFill>
                  <a:srgbClr val="0C2B66"/>
                </a:solidFill>
                <a:effectLst/>
                <a:latin typeface="Century Gothic" panose="020B0502020202020204" pitchFamily="34" charset="0"/>
              </a:rPr>
              <a:t>Жадныи</a:t>
            </a:r>
            <a:r>
              <a:rPr lang="ru-RU" sz="1200" dirty="0">
                <a:solidFill>
                  <a:srgbClr val="0C2B66"/>
                </a:solidFill>
                <a:effectLst/>
                <a:latin typeface="Century Gothic" panose="020B0502020202020204" pitchFamily="34" charset="0"/>
              </a:rPr>
              <a:t>̆ алгоритм для построения начального расписания. Получаем расписание со всеми необходимыми парами, но с конфликтами. </a:t>
            </a:r>
            <a:endParaRPr lang="ru-RU" sz="1200" dirty="0">
              <a:effectLst/>
              <a:latin typeface="Century Gothic" panose="020B0502020202020204" pitchFamily="34" charset="0"/>
            </a:endParaRPr>
          </a:p>
          <a:p>
            <a:pPr>
              <a:buFont typeface="Arial" panose="020B0604020202020204" pitchFamily="34" charset="0"/>
              <a:buChar char="•"/>
            </a:pPr>
            <a:r>
              <a:rPr lang="ru-RU" sz="1200" dirty="0">
                <a:solidFill>
                  <a:srgbClr val="0C2B66"/>
                </a:solidFill>
                <a:latin typeface="Century Gothic" panose="020B0502020202020204" pitchFamily="34" charset="0"/>
              </a:rPr>
              <a:t> </a:t>
            </a:r>
            <a:r>
              <a:rPr lang="ru-RU" sz="1200" dirty="0" err="1">
                <a:solidFill>
                  <a:srgbClr val="0C2B66"/>
                </a:solidFill>
                <a:latin typeface="Century Gothic" panose="020B0502020202020204" pitchFamily="34" charset="0"/>
              </a:rPr>
              <a:t>Л</a:t>
            </a:r>
            <a:r>
              <a:rPr lang="ru-RU" sz="1200" dirty="0" err="1">
                <a:solidFill>
                  <a:srgbClr val="0C2B66"/>
                </a:solidFill>
                <a:effectLst/>
                <a:latin typeface="Century Gothic" panose="020B0502020202020204" pitchFamily="34" charset="0"/>
              </a:rPr>
              <a:t>окальныи</a:t>
            </a:r>
            <a:r>
              <a:rPr lang="ru-RU" sz="1200" dirty="0">
                <a:solidFill>
                  <a:srgbClr val="0C2B66"/>
                </a:solidFill>
                <a:effectLst/>
                <a:latin typeface="Century Gothic" panose="020B0502020202020204" pitchFamily="34" charset="0"/>
              </a:rPr>
              <a:t>̆ поиск исключительно с жесткими ограничениями для предотвращения конфликтов. </a:t>
            </a:r>
            <a:endParaRPr lang="ru-RU" sz="1200" dirty="0">
              <a:effectLst/>
              <a:latin typeface="Century Gothic" panose="020B0502020202020204" pitchFamily="34" charset="0"/>
            </a:endParaRPr>
          </a:p>
          <a:p>
            <a:pPr>
              <a:buFont typeface="Arial" panose="020B0604020202020204" pitchFamily="34" charset="0"/>
              <a:buChar char="•"/>
            </a:pPr>
            <a:r>
              <a:rPr lang="ru-RU" sz="1200" dirty="0">
                <a:solidFill>
                  <a:srgbClr val="0C2B66"/>
                </a:solidFill>
                <a:latin typeface="Century Gothic" panose="020B0502020202020204" pitchFamily="34" charset="0"/>
              </a:rPr>
              <a:t> Т</a:t>
            </a:r>
            <a:r>
              <a:rPr lang="ru-RU" sz="1200" dirty="0">
                <a:solidFill>
                  <a:srgbClr val="0C2B66"/>
                </a:solidFill>
                <a:effectLst/>
                <a:latin typeface="Century Gothic" panose="020B0502020202020204" pitchFamily="34" charset="0"/>
              </a:rPr>
              <a:t>абу поиск для улучшения качества решения с добавлением мягких ограничений. </a:t>
            </a:r>
            <a:endParaRPr lang="ru-RU" sz="1200" dirty="0">
              <a:effectLst/>
              <a:latin typeface="Century Gothic" panose="020B0502020202020204" pitchFamily="34" charset="0"/>
            </a:endParaRPr>
          </a:p>
          <a:p>
            <a:endParaRPr lang="en-GB" sz="1400" dirty="0">
              <a:solidFill>
                <a:srgbClr val="0F2C68"/>
              </a:solidFill>
              <a:latin typeface="Century Gothic" panose="020B0502020202020204" pitchFamily="34" charset="0"/>
            </a:endParaRPr>
          </a:p>
        </p:txBody>
      </p:sp>
      <p:sp>
        <p:nvSpPr>
          <p:cNvPr id="7" name="TextBox 6">
            <a:extLst>
              <a:ext uri="{FF2B5EF4-FFF2-40B4-BE49-F238E27FC236}">
                <a16:creationId xmlns:a16="http://schemas.microsoft.com/office/drawing/2014/main" id="{65A083FC-40A9-0CA8-355C-0DA72C7E825F}"/>
              </a:ext>
            </a:extLst>
          </p:cNvPr>
          <p:cNvSpPr txBox="1"/>
          <p:nvPr/>
        </p:nvSpPr>
        <p:spPr>
          <a:xfrm>
            <a:off x="7308304" y="1643290"/>
            <a:ext cx="1994508"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0F2C68"/>
                </a:solidFill>
                <a:latin typeface="Century Gothic" panose="020B0502020202020204" pitchFamily="34" charset="0"/>
              </a:rPr>
              <a:t>(хранит состояния объектов, которые встречались за последние </a:t>
            </a:r>
            <a:r>
              <a:rPr lang="en" sz="1200" dirty="0">
                <a:solidFill>
                  <a:srgbClr val="0F2C68"/>
                </a:solidFill>
                <a:latin typeface="Century Gothic" panose="020B0502020202020204" pitchFamily="34" charset="0"/>
              </a:rPr>
              <a:t>n </a:t>
            </a:r>
            <a:r>
              <a:rPr lang="ru-RU" sz="1200" dirty="0">
                <a:solidFill>
                  <a:srgbClr val="0F2C68"/>
                </a:solidFill>
                <a:latin typeface="Century Gothic" panose="020B0502020202020204" pitchFamily="34" charset="0"/>
              </a:rPr>
              <a:t>шагов)</a:t>
            </a:r>
            <a:endParaRPr lang="en-GB" sz="1200" dirty="0">
              <a:solidFill>
                <a:srgbClr val="0F2C68"/>
              </a:solidFill>
              <a:latin typeface="Century Gothic" panose="020B0502020202020204" pitchFamily="34" charset="0"/>
            </a:endParaRPr>
          </a:p>
        </p:txBody>
      </p:sp>
      <p:sp>
        <p:nvSpPr>
          <p:cNvPr id="6" name="Прямоугольник 5">
            <a:extLst>
              <a:ext uri="{FF2B5EF4-FFF2-40B4-BE49-F238E27FC236}">
                <a16:creationId xmlns:a16="http://schemas.microsoft.com/office/drawing/2014/main" id="{AB3FB40E-8609-6AE9-3F34-DEB2D05D57CC}"/>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13" name="Нижний колонтитул 5">
            <a:extLst>
              <a:ext uri="{FF2B5EF4-FFF2-40B4-BE49-F238E27FC236}">
                <a16:creationId xmlns:a16="http://schemas.microsoft.com/office/drawing/2014/main" id="{579985A5-A494-142D-62BA-88CE801CB6E7}"/>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5" name="Нижний колонтитул 5">
            <a:extLst>
              <a:ext uri="{FF2B5EF4-FFF2-40B4-BE49-F238E27FC236}">
                <a16:creationId xmlns:a16="http://schemas.microsoft.com/office/drawing/2014/main" id="{F463708E-8790-2B1B-5029-704868F5542A}"/>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30631988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A3383B-5309-4371-88E1-923C77647950}"/>
              </a:ext>
            </a:extLst>
          </p:cNvPr>
          <p:cNvSpPr>
            <a:spLocks noGrp="1"/>
          </p:cNvSpPr>
          <p:nvPr>
            <p:ph type="sldNum" sz="quarter" idx="2"/>
          </p:nvPr>
        </p:nvSpPr>
        <p:spPr/>
        <p:txBody>
          <a:bodyPr/>
          <a:lstStyle/>
          <a:p>
            <a:fld id="{86CB4B4D-7CA3-9044-876B-883B54F8677D}" type="slidenum">
              <a:rPr lang="ru-RU" smtClean="0"/>
              <a:pPr/>
              <a:t>10</a:t>
            </a:fld>
            <a:endParaRPr lang="ru-RU" dirty="0"/>
          </a:p>
        </p:txBody>
      </p:sp>
      <p:sp>
        <p:nvSpPr>
          <p:cNvPr id="3" name="Заголовок 2">
            <a:extLst>
              <a:ext uri="{FF2B5EF4-FFF2-40B4-BE49-F238E27FC236}">
                <a16:creationId xmlns:a16="http://schemas.microsoft.com/office/drawing/2014/main" id="{D72FC6F4-EF5F-44C9-BAC6-51AA1B08BF5C}"/>
              </a:ext>
            </a:extLst>
          </p:cNvPr>
          <p:cNvSpPr>
            <a:spLocks noGrp="1"/>
          </p:cNvSpPr>
          <p:nvPr>
            <p:ph type="title"/>
          </p:nvPr>
        </p:nvSpPr>
        <p:spPr/>
        <p:txBody>
          <a:bodyPr/>
          <a:lstStyle/>
          <a:p>
            <a:r>
              <a:rPr lang="ru-RU" dirty="0"/>
              <a:t>РЕЗУЛЬТАТЫ</a:t>
            </a:r>
          </a:p>
        </p:txBody>
      </p:sp>
      <p:sp>
        <p:nvSpPr>
          <p:cNvPr id="5" name="Прямоугольник 4">
            <a:extLst>
              <a:ext uri="{FF2B5EF4-FFF2-40B4-BE49-F238E27FC236}">
                <a16:creationId xmlns:a16="http://schemas.microsoft.com/office/drawing/2014/main" id="{3B20D3F3-CF3D-F8CA-9CCF-CBDDACC175D5}"/>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12" name="Нижний колонтитул 5">
            <a:extLst>
              <a:ext uri="{FF2B5EF4-FFF2-40B4-BE49-F238E27FC236}">
                <a16:creationId xmlns:a16="http://schemas.microsoft.com/office/drawing/2014/main" id="{DBBECD18-DBC8-E9FF-588D-577657F47FAF}"/>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4" name="Нижний колонтитул 5">
            <a:extLst>
              <a:ext uri="{FF2B5EF4-FFF2-40B4-BE49-F238E27FC236}">
                <a16:creationId xmlns:a16="http://schemas.microsoft.com/office/drawing/2014/main" id="{8A0EFD71-AB39-BFB1-7EE4-D7C52B4667E1}"/>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graphicFrame>
        <p:nvGraphicFramePr>
          <p:cNvPr id="18" name="Таблица 17">
            <a:extLst>
              <a:ext uri="{FF2B5EF4-FFF2-40B4-BE49-F238E27FC236}">
                <a16:creationId xmlns:a16="http://schemas.microsoft.com/office/drawing/2014/main" id="{7C5FBCC7-6564-8B93-55AC-73E7C7B22FBB}"/>
              </a:ext>
            </a:extLst>
          </p:cNvPr>
          <p:cNvGraphicFramePr>
            <a:graphicFrameLocks noGrp="1"/>
          </p:cNvGraphicFramePr>
          <p:nvPr>
            <p:extLst>
              <p:ext uri="{D42A27DB-BD31-4B8C-83A1-F6EECF244321}">
                <p14:modId xmlns:p14="http://schemas.microsoft.com/office/powerpoint/2010/main" val="3771404529"/>
              </p:ext>
            </p:extLst>
          </p:nvPr>
        </p:nvGraphicFramePr>
        <p:xfrm>
          <a:off x="211018" y="1182468"/>
          <a:ext cx="8713788" cy="2194560"/>
        </p:xfrm>
        <a:graphic>
          <a:graphicData uri="http://schemas.openxmlformats.org/drawingml/2006/table">
            <a:tbl>
              <a:tblPr/>
              <a:tblGrid>
                <a:gridCol w="2178447">
                  <a:extLst>
                    <a:ext uri="{9D8B030D-6E8A-4147-A177-3AD203B41FA5}">
                      <a16:colId xmlns:a16="http://schemas.microsoft.com/office/drawing/2014/main" val="3356963940"/>
                    </a:ext>
                  </a:extLst>
                </a:gridCol>
                <a:gridCol w="2178447">
                  <a:extLst>
                    <a:ext uri="{9D8B030D-6E8A-4147-A177-3AD203B41FA5}">
                      <a16:colId xmlns:a16="http://schemas.microsoft.com/office/drawing/2014/main" val="852996045"/>
                    </a:ext>
                  </a:extLst>
                </a:gridCol>
                <a:gridCol w="2178447">
                  <a:extLst>
                    <a:ext uri="{9D8B030D-6E8A-4147-A177-3AD203B41FA5}">
                      <a16:colId xmlns:a16="http://schemas.microsoft.com/office/drawing/2014/main" val="3371109732"/>
                    </a:ext>
                  </a:extLst>
                </a:gridCol>
                <a:gridCol w="2178447">
                  <a:extLst>
                    <a:ext uri="{9D8B030D-6E8A-4147-A177-3AD203B41FA5}">
                      <a16:colId xmlns:a16="http://schemas.microsoft.com/office/drawing/2014/main" val="3443308399"/>
                    </a:ext>
                  </a:extLst>
                </a:gridCol>
              </a:tblGrid>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Кейс</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Параметры</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Время (эвристика)</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Время (</a:t>
                      </a:r>
                      <a:r>
                        <a:rPr kumimoji="0" lang="ru-RU" sz="1200" b="0" i="0" u="none" strike="noStrike" cap="none" spc="0" normalizeH="0" baseline="0" dirty="0" err="1">
                          <a:ln>
                            <a:noFill/>
                          </a:ln>
                          <a:solidFill>
                            <a:srgbClr val="0C2B66"/>
                          </a:solidFill>
                          <a:effectLst/>
                          <a:uFillTx/>
                          <a:latin typeface="Century Gothic" panose="020B0502020202020204" pitchFamily="34" charset="0"/>
                          <a:ea typeface="+mj-ea"/>
                          <a:cs typeface="+mj-cs"/>
                          <a:sym typeface="Helvetica Light"/>
                        </a:rPr>
                        <a:t>M</a:t>
                      </a:r>
                      <a:r>
                        <a:rPr kumimoji="0" lang="en-US"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ILP</a:t>
                      </a: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06902599"/>
                  </a:ext>
                </a:extLst>
              </a:tr>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Тест 1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30 преподавателей 40 аудиторий, 10 групп, 30 курсов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a:ln>
                            <a:noFill/>
                          </a:ln>
                          <a:solidFill>
                            <a:srgbClr val="0C2B66"/>
                          </a:solidFill>
                          <a:effectLst/>
                          <a:uFillTx/>
                          <a:latin typeface="Century Gothic" panose="020B0502020202020204" pitchFamily="34" charset="0"/>
                          <a:ea typeface="+mj-ea"/>
                          <a:cs typeface="+mj-cs"/>
                          <a:sym typeface="Helvetica Light"/>
                        </a:rPr>
                        <a:t>менее 3 минут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a:ln>
                            <a:noFill/>
                          </a:ln>
                          <a:solidFill>
                            <a:srgbClr val="0C2B66"/>
                          </a:solidFill>
                          <a:effectLst/>
                          <a:uFillTx/>
                          <a:latin typeface="Century Gothic" panose="020B0502020202020204" pitchFamily="34" charset="0"/>
                          <a:ea typeface="+mj-ea"/>
                          <a:cs typeface="+mj-cs"/>
                          <a:sym typeface="Helvetica Light"/>
                        </a:rPr>
                        <a:t>1.5 минуты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1603739"/>
                  </a:ext>
                </a:extLst>
              </a:tr>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a:ln>
                            <a:noFill/>
                          </a:ln>
                          <a:solidFill>
                            <a:srgbClr val="0C2B66"/>
                          </a:solidFill>
                          <a:effectLst/>
                          <a:uFillTx/>
                          <a:latin typeface="Century Gothic" panose="020B0502020202020204" pitchFamily="34" charset="0"/>
                          <a:ea typeface="+mj-ea"/>
                          <a:cs typeface="+mj-cs"/>
                          <a:sym typeface="Helvetica Light"/>
                        </a:rPr>
                        <a:t>Тест 2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60 преподавателей, 40 аудиторий, 20 групп, 30 курсов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менее 5 минут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менее 5 минут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24377731"/>
                  </a:ext>
                </a:extLst>
              </a:tr>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a:ln>
                            <a:noFill/>
                          </a:ln>
                          <a:solidFill>
                            <a:srgbClr val="0C2B66"/>
                          </a:solidFill>
                          <a:effectLst/>
                          <a:uFillTx/>
                          <a:latin typeface="Century Gothic" panose="020B0502020202020204" pitchFamily="34" charset="0"/>
                          <a:ea typeface="+mj-ea"/>
                          <a:cs typeface="+mj-cs"/>
                          <a:sym typeface="Helvetica Light"/>
                        </a:rPr>
                        <a:t>Тест 3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100 преподавателей, 30 аудиторий, 26 групп, 90 курсов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a:ln>
                            <a:noFill/>
                          </a:ln>
                          <a:solidFill>
                            <a:srgbClr val="0C2B66"/>
                          </a:solidFill>
                          <a:effectLst/>
                          <a:uFillTx/>
                          <a:latin typeface="Century Gothic" panose="020B0502020202020204" pitchFamily="34" charset="0"/>
                          <a:ea typeface="+mj-ea"/>
                          <a:cs typeface="+mj-cs"/>
                          <a:sym typeface="Helvetica Light"/>
                        </a:rPr>
                        <a:t>от 15 до 20 минут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spc="0" normalizeH="0" baseline="0" dirty="0">
                          <a:ln>
                            <a:noFill/>
                          </a:ln>
                          <a:solidFill>
                            <a:srgbClr val="0C2B66"/>
                          </a:solidFill>
                          <a:effectLst/>
                          <a:uFillTx/>
                          <a:latin typeface="Century Gothic" panose="020B0502020202020204" pitchFamily="34" charset="0"/>
                          <a:ea typeface="+mj-ea"/>
                          <a:cs typeface="+mj-cs"/>
                          <a:sym typeface="Helvetica Light"/>
                        </a:rPr>
                        <a:t>&gt;1 часа </a:t>
                      </a:r>
                    </a:p>
                  </a:txBody>
                  <a:tcPr anchor="ctr">
                    <a:lnL w="5055" cap="flat" cmpd="sng" algn="ctr">
                      <a:solidFill>
                        <a:srgbClr val="000000"/>
                      </a:solidFill>
                      <a:prstDash val="solid"/>
                      <a:round/>
                      <a:headEnd type="none" w="med" len="med"/>
                      <a:tailEnd type="none" w="med" len="med"/>
                    </a:lnL>
                    <a:lnR w="5055" cap="flat" cmpd="sng" algn="ctr">
                      <a:solidFill>
                        <a:srgbClr val="000000"/>
                      </a:solidFill>
                      <a:prstDash val="solid"/>
                      <a:round/>
                      <a:headEnd type="none" w="med" len="med"/>
                      <a:tailEnd type="none" w="med" len="med"/>
                    </a:lnR>
                    <a:lnT w="5055" cap="flat" cmpd="sng" algn="ctr">
                      <a:solidFill>
                        <a:srgbClr val="000000"/>
                      </a:solidFill>
                      <a:prstDash val="solid"/>
                      <a:round/>
                      <a:headEnd type="none" w="med" len="med"/>
                      <a:tailEnd type="none" w="med" len="med"/>
                    </a:lnT>
                    <a:lnB w="505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4336474"/>
                  </a:ext>
                </a:extLst>
              </a:tr>
            </a:tbl>
          </a:graphicData>
        </a:graphic>
      </p:graphicFrame>
      <p:sp>
        <p:nvSpPr>
          <p:cNvPr id="19" name="Rectangle 2">
            <a:extLst>
              <a:ext uri="{FF2B5EF4-FFF2-40B4-BE49-F238E27FC236}">
                <a16:creationId xmlns:a16="http://schemas.microsoft.com/office/drawing/2014/main" id="{FA01C537-33A5-FA9F-2CFE-00AD294AE8E4}"/>
              </a:ext>
            </a:extLst>
          </p:cNvPr>
          <p:cNvSpPr>
            <a:spLocks noChangeArrowheads="1"/>
          </p:cNvSpPr>
          <p:nvPr/>
        </p:nvSpPr>
        <p:spPr bwMode="auto">
          <a:xfrm>
            <a:off x="181881" y="3718035"/>
            <a:ext cx="89040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1200" dirty="0">
                <a:solidFill>
                  <a:srgbClr val="0C2B66"/>
                </a:solidFill>
                <a:latin typeface="Century Gothic" panose="020B0502020202020204" pitchFamily="34" charset="0"/>
              </a:rPr>
              <a:t>Во всех случаях предложенный эвристический алгоритм успешно завершал по- строение расписания, обеспечивая соблюдение </a:t>
            </a:r>
            <a:r>
              <a:rPr lang="ru-RU" altLang="ru-RU" sz="1200" dirty="0" err="1">
                <a:solidFill>
                  <a:srgbClr val="0C2B66"/>
                </a:solidFill>
                <a:latin typeface="Century Gothic" panose="020B0502020202020204" pitchFamily="34" charset="0"/>
              </a:rPr>
              <a:t>жёстких</a:t>
            </a:r>
            <a:r>
              <a:rPr lang="ru-RU" altLang="ru-RU" sz="1200" dirty="0">
                <a:solidFill>
                  <a:srgbClr val="0C2B66"/>
                </a:solidFill>
                <a:latin typeface="Century Gothic" panose="020B0502020202020204" pitchFamily="34" charset="0"/>
              </a:rPr>
              <a:t> ограничений. Сравнительный анализ с MILP-моделью показал, что с ростом размерности задачи, </a:t>
            </a:r>
            <a:r>
              <a:rPr lang="ru-RU" altLang="ru-RU" sz="1200" dirty="0" err="1">
                <a:solidFill>
                  <a:srgbClr val="0C2B66"/>
                </a:solidFill>
                <a:latin typeface="Century Gothic" panose="020B0502020202020204" pitchFamily="34" charset="0"/>
              </a:rPr>
              <a:t>эвристическии</a:t>
            </a:r>
            <a:r>
              <a:rPr lang="ru-RU" altLang="ru-RU" sz="1200" dirty="0">
                <a:solidFill>
                  <a:srgbClr val="0C2B66"/>
                </a:solidFill>
                <a:latin typeface="Century Gothic" panose="020B0502020202020204" pitchFamily="34" charset="0"/>
              </a:rPr>
              <a:t>̆ метод выигрывает MILP по времени выполнения. Это указывает на масштабируемость предложенного подхода и его применимость в реальных условиях. </a:t>
            </a:r>
          </a:p>
        </p:txBody>
      </p:sp>
    </p:spTree>
    <p:extLst>
      <p:ext uri="{BB962C8B-B14F-4D97-AF65-F5344CB8AC3E}">
        <p14:creationId xmlns:p14="http://schemas.microsoft.com/office/powerpoint/2010/main" val="402244740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A3383B-5309-4371-88E1-923C77647950}"/>
              </a:ext>
            </a:extLst>
          </p:cNvPr>
          <p:cNvSpPr>
            <a:spLocks noGrp="1"/>
          </p:cNvSpPr>
          <p:nvPr>
            <p:ph type="sldNum" sz="quarter" idx="2"/>
          </p:nvPr>
        </p:nvSpPr>
        <p:spPr/>
        <p:txBody>
          <a:bodyPr/>
          <a:lstStyle/>
          <a:p>
            <a:fld id="{86CB4B4D-7CA3-9044-876B-883B54F8677D}" type="slidenum">
              <a:rPr lang="ru-RU" smtClean="0"/>
              <a:pPr/>
              <a:t>11</a:t>
            </a:fld>
            <a:endParaRPr lang="ru-RU" dirty="0"/>
          </a:p>
        </p:txBody>
      </p:sp>
      <p:sp>
        <p:nvSpPr>
          <p:cNvPr id="3" name="Заголовок 2">
            <a:extLst>
              <a:ext uri="{FF2B5EF4-FFF2-40B4-BE49-F238E27FC236}">
                <a16:creationId xmlns:a16="http://schemas.microsoft.com/office/drawing/2014/main" id="{D72FC6F4-EF5F-44C9-BAC6-51AA1B08BF5C}"/>
              </a:ext>
            </a:extLst>
          </p:cNvPr>
          <p:cNvSpPr>
            <a:spLocks noGrp="1"/>
          </p:cNvSpPr>
          <p:nvPr>
            <p:ph type="title"/>
          </p:nvPr>
        </p:nvSpPr>
        <p:spPr/>
        <p:txBody>
          <a:bodyPr/>
          <a:lstStyle/>
          <a:p>
            <a:r>
              <a:rPr lang="ru-RU" dirty="0"/>
              <a:t>АПРОБАЦИЯ РАБОТЫ</a:t>
            </a:r>
          </a:p>
        </p:txBody>
      </p:sp>
      <p:sp>
        <p:nvSpPr>
          <p:cNvPr id="9" name="AutoShape 2">
            <a:extLst>
              <a:ext uri="{FF2B5EF4-FFF2-40B4-BE49-F238E27FC236}">
                <a16:creationId xmlns:a16="http://schemas.microsoft.com/office/drawing/2014/main" id="{4D86E9BB-1063-D6AE-AD2F-A35FEFC84D85}"/>
              </a:ext>
            </a:extLst>
          </p:cNvPr>
          <p:cNvSpPr>
            <a:spLocks noChangeAspect="1" noChangeArrowheads="1"/>
          </p:cNvSpPr>
          <p:nvPr/>
        </p:nvSpPr>
        <p:spPr bwMode="auto">
          <a:xfrm>
            <a:off x="1043608" y="-956642"/>
            <a:ext cx="3680792" cy="36807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5" name="Рисунок 14">
            <a:extLst>
              <a:ext uri="{FF2B5EF4-FFF2-40B4-BE49-F238E27FC236}">
                <a16:creationId xmlns:a16="http://schemas.microsoft.com/office/drawing/2014/main" id="{8092ECBD-C380-AC6D-D805-F28D55A16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0" y="1419622"/>
            <a:ext cx="4162256" cy="3121692"/>
          </a:xfrm>
          <a:prstGeom prst="rect">
            <a:avLst/>
          </a:prstGeom>
        </p:spPr>
      </p:pic>
      <p:pic>
        <p:nvPicPr>
          <p:cNvPr id="18" name="Рисунок 17">
            <a:extLst>
              <a:ext uri="{FF2B5EF4-FFF2-40B4-BE49-F238E27FC236}">
                <a16:creationId xmlns:a16="http://schemas.microsoft.com/office/drawing/2014/main" id="{ABC6A769-41F1-38ED-B905-536425AC6B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3540" y="1310940"/>
            <a:ext cx="1500746" cy="3255856"/>
          </a:xfrm>
          <a:prstGeom prst="rect">
            <a:avLst/>
          </a:prstGeom>
        </p:spPr>
      </p:pic>
      <p:pic>
        <p:nvPicPr>
          <p:cNvPr id="22" name="Рисунок 21">
            <a:extLst>
              <a:ext uri="{FF2B5EF4-FFF2-40B4-BE49-F238E27FC236}">
                <a16:creationId xmlns:a16="http://schemas.microsoft.com/office/drawing/2014/main" id="{49517510-8491-8627-1A49-2E70CEB93078}"/>
              </a:ext>
            </a:extLst>
          </p:cNvPr>
          <p:cNvPicPr>
            <a:picLocks noChangeAspect="1"/>
          </p:cNvPicPr>
          <p:nvPr/>
        </p:nvPicPr>
        <p:blipFill rotWithShape="1">
          <a:blip r:embed="rId4">
            <a:extLst>
              <a:ext uri="{28A0092B-C50C-407E-A947-70E740481C1C}">
                <a14:useLocalDpi xmlns:a14="http://schemas.microsoft.com/office/drawing/2010/main" val="0"/>
              </a:ext>
            </a:extLst>
          </a:blip>
          <a:srcRect l="40211" t="1139" r="39407" b="51077"/>
          <a:stretch/>
        </p:blipFill>
        <p:spPr>
          <a:xfrm>
            <a:off x="7559824" y="1858747"/>
            <a:ext cx="1584176" cy="2160242"/>
          </a:xfrm>
          <a:prstGeom prst="rect">
            <a:avLst/>
          </a:prstGeom>
        </p:spPr>
      </p:pic>
      <p:pic>
        <p:nvPicPr>
          <p:cNvPr id="24" name="Рисунок 23">
            <a:extLst>
              <a:ext uri="{FF2B5EF4-FFF2-40B4-BE49-F238E27FC236}">
                <a16:creationId xmlns:a16="http://schemas.microsoft.com/office/drawing/2014/main" id="{D0C24FDC-6B3D-2C40-5BD4-03724B15E4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8518" y="1305074"/>
            <a:ext cx="1528290" cy="3315611"/>
          </a:xfrm>
          <a:prstGeom prst="rect">
            <a:avLst/>
          </a:prstGeom>
        </p:spPr>
      </p:pic>
      <p:sp>
        <p:nvSpPr>
          <p:cNvPr id="4" name="Прямоугольник 3">
            <a:extLst>
              <a:ext uri="{FF2B5EF4-FFF2-40B4-BE49-F238E27FC236}">
                <a16:creationId xmlns:a16="http://schemas.microsoft.com/office/drawing/2014/main" id="{4F18A82F-62A7-FD09-F27B-C155C4B2118C}"/>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8" name="Нижний колонтитул 5">
            <a:extLst>
              <a:ext uri="{FF2B5EF4-FFF2-40B4-BE49-F238E27FC236}">
                <a16:creationId xmlns:a16="http://schemas.microsoft.com/office/drawing/2014/main" id="{1FC11A4C-0110-51A4-9C4F-5E85F26A31BE}"/>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D07C8699-C077-5CAF-603A-04693ECBB283}"/>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347624515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A3383B-5309-4371-88E1-923C77647950}"/>
              </a:ext>
            </a:extLst>
          </p:cNvPr>
          <p:cNvSpPr>
            <a:spLocks noGrp="1"/>
          </p:cNvSpPr>
          <p:nvPr>
            <p:ph type="sldNum" sz="quarter" idx="2"/>
          </p:nvPr>
        </p:nvSpPr>
        <p:spPr/>
        <p:txBody>
          <a:bodyPr/>
          <a:lstStyle/>
          <a:p>
            <a:fld id="{86CB4B4D-7CA3-9044-876B-883B54F8677D}" type="slidenum">
              <a:rPr lang="ru-RU" smtClean="0"/>
              <a:pPr/>
              <a:t>12</a:t>
            </a:fld>
            <a:endParaRPr lang="ru-RU" dirty="0"/>
          </a:p>
        </p:txBody>
      </p:sp>
      <p:sp>
        <p:nvSpPr>
          <p:cNvPr id="3" name="Заголовок 2">
            <a:extLst>
              <a:ext uri="{FF2B5EF4-FFF2-40B4-BE49-F238E27FC236}">
                <a16:creationId xmlns:a16="http://schemas.microsoft.com/office/drawing/2014/main" id="{D72FC6F4-EF5F-44C9-BAC6-51AA1B08BF5C}"/>
              </a:ext>
            </a:extLst>
          </p:cNvPr>
          <p:cNvSpPr>
            <a:spLocks noGrp="1"/>
          </p:cNvSpPr>
          <p:nvPr>
            <p:ph type="title"/>
          </p:nvPr>
        </p:nvSpPr>
        <p:spPr/>
        <p:txBody>
          <a:bodyPr/>
          <a:lstStyle/>
          <a:p>
            <a:r>
              <a:rPr lang="ru-RU" dirty="0"/>
              <a:t>РЕЗУЛЬТАТЫ</a:t>
            </a:r>
          </a:p>
        </p:txBody>
      </p:sp>
      <p:sp>
        <p:nvSpPr>
          <p:cNvPr id="13" name="Текст 6">
            <a:extLst>
              <a:ext uri="{FF2B5EF4-FFF2-40B4-BE49-F238E27FC236}">
                <a16:creationId xmlns:a16="http://schemas.microsoft.com/office/drawing/2014/main" id="{C1900BF3-F288-7738-A784-6701491BB98F}"/>
              </a:ext>
            </a:extLst>
          </p:cNvPr>
          <p:cNvSpPr>
            <a:spLocks noGrp="1"/>
          </p:cNvSpPr>
          <p:nvPr>
            <p:ph type="body" idx="1"/>
          </p:nvPr>
        </p:nvSpPr>
        <p:spPr>
          <a:xfrm>
            <a:off x="252133" y="1236087"/>
            <a:ext cx="8639734" cy="400110"/>
          </a:xfrm>
        </p:spPr>
        <p:txBody>
          <a:bodyPr>
            <a:noAutofit/>
          </a:bodyPr>
          <a:lstStyle/>
          <a:p>
            <a:r>
              <a:rPr lang="ru-RU" sz="1800" b="1" dirty="0">
                <a:latin typeface="Century Gothic" panose="020B0502020202020204" pitchFamily="34" charset="0"/>
              </a:rPr>
              <a:t>Практическая значимость</a:t>
            </a:r>
          </a:p>
        </p:txBody>
      </p:sp>
      <p:sp>
        <p:nvSpPr>
          <p:cNvPr id="5" name="Прямоугольник 4">
            <a:extLst>
              <a:ext uri="{FF2B5EF4-FFF2-40B4-BE49-F238E27FC236}">
                <a16:creationId xmlns:a16="http://schemas.microsoft.com/office/drawing/2014/main" id="{3B20D3F3-CF3D-F8CA-9CCF-CBDDACC175D5}"/>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12" name="Нижний колонтитул 5">
            <a:extLst>
              <a:ext uri="{FF2B5EF4-FFF2-40B4-BE49-F238E27FC236}">
                <a16:creationId xmlns:a16="http://schemas.microsoft.com/office/drawing/2014/main" id="{DBBECD18-DBC8-E9FF-588D-577657F47FAF}"/>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4" name="Нижний колонтитул 5">
            <a:extLst>
              <a:ext uri="{FF2B5EF4-FFF2-40B4-BE49-F238E27FC236}">
                <a16:creationId xmlns:a16="http://schemas.microsoft.com/office/drawing/2014/main" id="{8A0EFD71-AB39-BFB1-7EE4-D7C52B4667E1}"/>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
        <p:nvSpPr>
          <p:cNvPr id="9" name="TextBox 8">
            <a:extLst>
              <a:ext uri="{FF2B5EF4-FFF2-40B4-BE49-F238E27FC236}">
                <a16:creationId xmlns:a16="http://schemas.microsoft.com/office/drawing/2014/main" id="{258A7BA2-E033-A57A-F693-688BA74DD569}"/>
              </a:ext>
            </a:extLst>
          </p:cNvPr>
          <p:cNvSpPr txBox="1"/>
          <p:nvPr/>
        </p:nvSpPr>
        <p:spPr>
          <a:xfrm>
            <a:off x="656945" y="1779662"/>
            <a:ext cx="7830109" cy="26366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nSpc>
                <a:spcPct val="150000"/>
              </a:lnSpc>
              <a:buFont typeface="Arial" panose="020B0604020202020204" pitchFamily="34" charset="0"/>
              <a:buChar char="•"/>
            </a:pPr>
            <a:r>
              <a:rPr lang="ru-RU" sz="1400" dirty="0">
                <a:solidFill>
                  <a:srgbClr val="0F2C68"/>
                </a:solidFill>
                <a:latin typeface="Century Gothic" panose="020B0502020202020204" pitchFamily="34" charset="0"/>
                <a:cs typeface="Arial" panose="020B0604020202020204" pitchFamily="34" charset="0"/>
              </a:rPr>
              <a:t>Разработана серверная часть веб-сервиса для автоматизированного составления расписаний вузов</a:t>
            </a:r>
          </a:p>
          <a:p>
            <a:pPr marL="285750" indent="-285750">
              <a:lnSpc>
                <a:spcPct val="150000"/>
              </a:lnSpc>
              <a:buFont typeface="Arial" panose="020B0604020202020204" pitchFamily="34" charset="0"/>
              <a:buChar char="•"/>
            </a:pPr>
            <a:r>
              <a:rPr lang="ru-RU" sz="1400" dirty="0">
                <a:solidFill>
                  <a:srgbClr val="0F2C68"/>
                </a:solidFill>
                <a:latin typeface="Century Gothic" panose="020B0502020202020204" pitchFamily="34" charset="0"/>
                <a:cs typeface="Arial" panose="020B0604020202020204" pitchFamily="34" charset="0"/>
              </a:rPr>
              <a:t>Реализован гибридный алгоритм: локальный + табу поиск</a:t>
            </a:r>
          </a:p>
          <a:p>
            <a:pPr marL="285750" indent="-285750">
              <a:lnSpc>
                <a:spcPct val="150000"/>
              </a:lnSpc>
              <a:buFont typeface="Arial" panose="020B0604020202020204" pitchFamily="34" charset="0"/>
              <a:buChar char="•"/>
            </a:pPr>
            <a:r>
              <a:rPr lang="ru-RU" sz="1400" dirty="0">
                <a:solidFill>
                  <a:srgbClr val="0F2C68"/>
                </a:solidFill>
                <a:latin typeface="Century Gothic" panose="020B0502020202020204" pitchFamily="34" charset="0"/>
                <a:cs typeface="Arial" panose="020B0604020202020204" pitchFamily="34" charset="0"/>
              </a:rPr>
              <a:t>Учтены жёсткие и мягкие ограничения (преподаватели, аудитории, нагрузки, пожелания)</a:t>
            </a:r>
          </a:p>
          <a:p>
            <a:pPr marL="285750" indent="-285750">
              <a:lnSpc>
                <a:spcPct val="150000"/>
              </a:lnSpc>
              <a:buFont typeface="Arial" panose="020B0604020202020204" pitchFamily="34" charset="0"/>
              <a:buChar char="•"/>
            </a:pPr>
            <a:r>
              <a:rPr lang="ru-RU" sz="1400" dirty="0">
                <a:solidFill>
                  <a:srgbClr val="0F2C68"/>
                </a:solidFill>
                <a:latin typeface="Century Gothic" panose="020B0502020202020204" pitchFamily="34" charset="0"/>
                <a:cs typeface="Arial" panose="020B0604020202020204" pitchFamily="34" charset="0"/>
              </a:rPr>
              <a:t>Проведено тестирование на реальных кейсах университетов</a:t>
            </a:r>
          </a:p>
          <a:p>
            <a:pPr marL="285750" indent="-285750">
              <a:lnSpc>
                <a:spcPct val="150000"/>
              </a:lnSpc>
              <a:buFont typeface="Arial" panose="020B0604020202020204" pitchFamily="34" charset="0"/>
              <a:buChar char="•"/>
            </a:pPr>
            <a:r>
              <a:rPr lang="ru-RU" sz="1400" dirty="0">
                <a:solidFill>
                  <a:srgbClr val="0F2C68"/>
                </a:solidFill>
                <a:latin typeface="Century Gothic" panose="020B0502020202020204" pitchFamily="34" charset="0"/>
                <a:cs typeface="Arial" panose="020B0604020202020204" pitchFamily="34" charset="0"/>
              </a:rPr>
              <a:t>Алгоритм успешно строит корректные расписания за разумное время даже при масштабных входных данных</a:t>
            </a:r>
          </a:p>
        </p:txBody>
      </p:sp>
    </p:spTree>
    <p:extLst>
      <p:ext uri="{BB962C8B-B14F-4D97-AF65-F5344CB8AC3E}">
        <p14:creationId xmlns:p14="http://schemas.microsoft.com/office/powerpoint/2010/main" val="225121563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A3383B-5309-4371-88E1-923C77647950}"/>
              </a:ext>
            </a:extLst>
          </p:cNvPr>
          <p:cNvSpPr>
            <a:spLocks noGrp="1"/>
          </p:cNvSpPr>
          <p:nvPr>
            <p:ph type="sldNum" sz="quarter" idx="2"/>
          </p:nvPr>
        </p:nvSpPr>
        <p:spPr/>
        <p:txBody>
          <a:bodyPr/>
          <a:lstStyle/>
          <a:p>
            <a:fld id="{86CB4B4D-7CA3-9044-876B-883B54F8677D}" type="slidenum">
              <a:rPr lang="ru-RU" smtClean="0"/>
              <a:pPr/>
              <a:t>13</a:t>
            </a:fld>
            <a:endParaRPr lang="ru-RU" dirty="0"/>
          </a:p>
        </p:txBody>
      </p:sp>
      <p:sp>
        <p:nvSpPr>
          <p:cNvPr id="3" name="Заголовок 2">
            <a:extLst>
              <a:ext uri="{FF2B5EF4-FFF2-40B4-BE49-F238E27FC236}">
                <a16:creationId xmlns:a16="http://schemas.microsoft.com/office/drawing/2014/main" id="{D72FC6F4-EF5F-44C9-BAC6-51AA1B08BF5C}"/>
              </a:ext>
            </a:extLst>
          </p:cNvPr>
          <p:cNvSpPr>
            <a:spLocks noGrp="1"/>
          </p:cNvSpPr>
          <p:nvPr>
            <p:ph type="title"/>
          </p:nvPr>
        </p:nvSpPr>
        <p:spPr/>
        <p:txBody>
          <a:bodyPr/>
          <a:lstStyle/>
          <a:p>
            <a:r>
              <a:rPr lang="ru-RU" dirty="0"/>
              <a:t>ДАЛЬНЕЙШИЕ ПЛАНЫ</a:t>
            </a:r>
          </a:p>
        </p:txBody>
      </p:sp>
      <p:sp>
        <p:nvSpPr>
          <p:cNvPr id="10" name="TextBox 9">
            <a:extLst>
              <a:ext uri="{FF2B5EF4-FFF2-40B4-BE49-F238E27FC236}">
                <a16:creationId xmlns:a16="http://schemas.microsoft.com/office/drawing/2014/main" id="{6120B599-1F64-779B-E6DC-FF1BC830EE90}"/>
              </a:ext>
            </a:extLst>
          </p:cNvPr>
          <p:cNvSpPr txBox="1"/>
          <p:nvPr/>
        </p:nvSpPr>
        <p:spPr>
          <a:xfrm>
            <a:off x="755576" y="1923678"/>
            <a:ext cx="7161188"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lgn="l">
              <a:buFont typeface="Arial" panose="020B0604020202020204" pitchFamily="34" charset="0"/>
              <a:buChar char="•"/>
            </a:pPr>
            <a:r>
              <a:rPr lang="ru-RU" sz="1600" dirty="0">
                <a:solidFill>
                  <a:srgbClr val="0F2C68"/>
                </a:solidFill>
                <a:latin typeface="Century Gothic" panose="020B0502020202020204" pitchFamily="34" charset="0"/>
              </a:rPr>
              <a:t>Добавить новые ограничения (сдвоенные пары, четная/нечетная неделя и т.д.)</a:t>
            </a:r>
          </a:p>
          <a:p>
            <a:pPr marL="171450" indent="-171450" algn="l">
              <a:buFont typeface="Arial" panose="020B0604020202020204" pitchFamily="34" charset="0"/>
              <a:buChar char="•"/>
            </a:pPr>
            <a:r>
              <a:rPr lang="ru-RU" sz="1600" dirty="0">
                <a:solidFill>
                  <a:srgbClr val="0F2C68"/>
                </a:solidFill>
                <a:latin typeface="Century Gothic" panose="020B0502020202020204" pitchFamily="34" charset="0"/>
              </a:rPr>
              <a:t>Добавить экспорт расписаний в удобном формате</a:t>
            </a:r>
          </a:p>
          <a:p>
            <a:pPr marL="171450" indent="-171450" algn="l">
              <a:buFont typeface="Arial" panose="020B0604020202020204" pitchFamily="34" charset="0"/>
              <a:buChar char="•"/>
            </a:pPr>
            <a:r>
              <a:rPr lang="ru-RU" sz="1600" dirty="0">
                <a:solidFill>
                  <a:srgbClr val="0F2C68"/>
                </a:solidFill>
                <a:latin typeface="Century Gothic" panose="020B0502020202020204" pitchFamily="34" charset="0"/>
              </a:rPr>
              <a:t>Добавить возможность задавать исходные расписания для составления минимально отклоняющихся от них расписаний</a:t>
            </a:r>
          </a:p>
          <a:p>
            <a:pPr marL="171450" indent="-171450" algn="l">
              <a:buFont typeface="Arial" panose="020B0604020202020204" pitchFamily="34" charset="0"/>
              <a:buChar char="•"/>
            </a:pPr>
            <a:r>
              <a:rPr lang="ru-RU" sz="1600" dirty="0">
                <a:solidFill>
                  <a:srgbClr val="0F2C68"/>
                </a:solidFill>
                <a:latin typeface="Century Gothic" panose="020B0502020202020204" pitchFamily="34" charset="0"/>
              </a:rPr>
              <a:t>Внедрить проект в университеты</a:t>
            </a:r>
          </a:p>
          <a:p>
            <a:pPr algn="l"/>
            <a:endParaRPr lang="en-GB" sz="1600" dirty="0">
              <a:solidFill>
                <a:srgbClr val="0F2C68"/>
              </a:solidFill>
              <a:latin typeface="Century Gothic" panose="020B0502020202020204" pitchFamily="34" charset="0"/>
            </a:endParaRPr>
          </a:p>
        </p:txBody>
      </p:sp>
      <p:sp>
        <p:nvSpPr>
          <p:cNvPr id="4" name="Прямоугольник 3">
            <a:extLst>
              <a:ext uri="{FF2B5EF4-FFF2-40B4-BE49-F238E27FC236}">
                <a16:creationId xmlns:a16="http://schemas.microsoft.com/office/drawing/2014/main" id="{10754962-ACA3-238B-D8B1-8E8FB504A420}"/>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8" name="Нижний колонтитул 5">
            <a:extLst>
              <a:ext uri="{FF2B5EF4-FFF2-40B4-BE49-F238E27FC236}">
                <a16:creationId xmlns:a16="http://schemas.microsoft.com/office/drawing/2014/main" id="{D8786077-8263-E9E0-2191-62FDDBC7BBC1}"/>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9" name="Нижний колонтитул 5">
            <a:extLst>
              <a:ext uri="{FF2B5EF4-FFF2-40B4-BE49-F238E27FC236}">
                <a16:creationId xmlns:a16="http://schemas.microsoft.com/office/drawing/2014/main" id="{3F53808E-F7D0-E02E-5746-6206A6FCBD99}"/>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232503130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BB3A74A-2CB2-4FA8-957C-46E6F9CB8B97}"/>
              </a:ext>
            </a:extLst>
          </p:cNvPr>
          <p:cNvSpPr>
            <a:spLocks noGrp="1"/>
          </p:cNvSpPr>
          <p:nvPr>
            <p:ph type="sldNum" sz="quarter" idx="2"/>
          </p:nvPr>
        </p:nvSpPr>
        <p:spPr/>
        <p:txBody>
          <a:bodyPr/>
          <a:lstStyle/>
          <a:p>
            <a:fld id="{86CB4B4D-7CA3-9044-876B-883B54F8677D}" type="slidenum">
              <a:rPr lang="ru-RU" smtClean="0"/>
              <a:pPr/>
              <a:t>14</a:t>
            </a:fld>
            <a:endParaRPr lang="ru-RU" dirty="0"/>
          </a:p>
        </p:txBody>
      </p:sp>
      <p:sp>
        <p:nvSpPr>
          <p:cNvPr id="3" name="Заголовок 2">
            <a:extLst>
              <a:ext uri="{FF2B5EF4-FFF2-40B4-BE49-F238E27FC236}">
                <a16:creationId xmlns:a16="http://schemas.microsoft.com/office/drawing/2014/main" id="{D75D5B8C-ECF9-4E31-94A8-349597A75D7F}"/>
              </a:ext>
            </a:extLst>
          </p:cNvPr>
          <p:cNvSpPr>
            <a:spLocks noGrp="1"/>
          </p:cNvSpPr>
          <p:nvPr>
            <p:ph type="title"/>
          </p:nvPr>
        </p:nvSpPr>
        <p:spPr/>
        <p:txBody>
          <a:bodyPr>
            <a:normAutofit/>
          </a:bodyPr>
          <a:lstStyle/>
          <a:p>
            <a:r>
              <a:rPr lang="ru-RU" dirty="0"/>
              <a:t>СПИСОК ИСПОЛЬЗОВАННЫХ ИСТОЧНИКОВ</a:t>
            </a:r>
          </a:p>
        </p:txBody>
      </p:sp>
      <p:sp>
        <p:nvSpPr>
          <p:cNvPr id="4" name="Текст 3">
            <a:extLst>
              <a:ext uri="{FF2B5EF4-FFF2-40B4-BE49-F238E27FC236}">
                <a16:creationId xmlns:a16="http://schemas.microsoft.com/office/drawing/2014/main" id="{F3B9D88E-10D8-40EE-8804-E1F0A11EEED8}"/>
              </a:ext>
            </a:extLst>
          </p:cNvPr>
          <p:cNvSpPr>
            <a:spLocks noGrp="1"/>
          </p:cNvSpPr>
          <p:nvPr>
            <p:ph type="body" idx="1"/>
          </p:nvPr>
        </p:nvSpPr>
        <p:spPr>
          <a:xfrm>
            <a:off x="96151" y="1160379"/>
            <a:ext cx="8712968" cy="3699410"/>
          </a:xfrm>
        </p:spPr>
        <p:txBody>
          <a:bodyPr>
            <a:normAutofit/>
          </a:bodyPr>
          <a:lstStyle/>
          <a:p>
            <a:pPr marL="169598" lvl="1" indent="0" algn="just">
              <a:spcAft>
                <a:spcPts val="0"/>
              </a:spcAft>
              <a:buNone/>
            </a:pPr>
            <a:endParaRPr lang="ru-RU" sz="1400" b="0" i="0" u="none" strike="noStrike" dirty="0">
              <a:effectLst/>
              <a:latin typeface="Century Gothic" panose="020B0502020202020204" pitchFamily="34" charset="0"/>
            </a:endParaRPr>
          </a:p>
          <a:p>
            <a:pPr marL="512498" lvl="1" indent="-342900" algn="just">
              <a:spcAft>
                <a:spcPts val="0"/>
              </a:spcAft>
              <a:buFont typeface="+mj-lt"/>
              <a:buAutoNum type="arabicPeriod"/>
            </a:pPr>
            <a:r>
              <a:rPr lang="en-US" sz="1400" dirty="0">
                <a:effectLst/>
                <a:latin typeface="Century Gothic" panose="020B0502020202020204" pitchFamily="34" charset="0"/>
                <a:ea typeface="Times New Roman" panose="02020603050405020304" pitchFamily="18" charset="0"/>
              </a:rPr>
              <a:t>PostgreSQL</a:t>
            </a:r>
            <a:r>
              <a:rPr lang="ru-RU" sz="1400" dirty="0">
                <a:effectLst/>
                <a:latin typeface="Century Gothic" panose="020B0502020202020204" pitchFamily="34" charset="0"/>
                <a:ea typeface="Times New Roman" panose="02020603050405020304" pitchFamily="18" charset="0"/>
              </a:rPr>
              <a:t> [Электронный ресурс]. </a:t>
            </a:r>
            <a:r>
              <a:rPr lang="en-US" sz="1400" dirty="0">
                <a:effectLst/>
                <a:latin typeface="Century Gothic" panose="020B0502020202020204" pitchFamily="34" charset="0"/>
                <a:ea typeface="Times New Roman" panose="02020603050405020304" pitchFamily="18" charset="0"/>
              </a:rPr>
              <a:t>URL</a:t>
            </a:r>
            <a:r>
              <a:rPr lang="ru-RU" sz="1400" dirty="0">
                <a:effectLst/>
                <a:latin typeface="Century Gothic" panose="020B0502020202020204" pitchFamily="34" charset="0"/>
                <a:ea typeface="Times New Roman" panose="02020603050405020304" pitchFamily="18" charset="0"/>
              </a:rPr>
              <a:t>: </a:t>
            </a:r>
            <a:r>
              <a:rPr lang="ru-RU" sz="1400" u="sng" dirty="0">
                <a:effectLst/>
                <a:latin typeface="Century Gothic" panose="020B0502020202020204" pitchFamily="34" charset="0"/>
                <a:ea typeface="Times New Roman" panose="02020603050405020304" pitchFamily="18" charset="0"/>
                <a:hlinkClick r:id="rId2">
                  <a:extLst>
                    <a:ext uri="{A12FA001-AC4F-418D-AE19-62706E023703}">
                      <ahyp:hlinkClr xmlns:ahyp="http://schemas.microsoft.com/office/drawing/2018/hyperlinkcolor" val="tx"/>
                    </a:ext>
                  </a:extLst>
                </a:hlinkClick>
              </a:rPr>
              <a:t>https://www.postgresql.org</a:t>
            </a:r>
            <a:r>
              <a:rPr lang="ru-RU" sz="1400" dirty="0">
                <a:effectLst/>
                <a:latin typeface="Century Gothic" panose="020B0502020202020204" pitchFamily="34" charset="0"/>
                <a:ea typeface="Times New Roman" panose="02020603050405020304" pitchFamily="18" charset="0"/>
              </a:rPr>
              <a:t>, свободный (Дата обращения: 20.09.2024).</a:t>
            </a:r>
          </a:p>
          <a:p>
            <a:pPr marL="512498" lvl="1" indent="-342900" algn="just">
              <a:spcAft>
                <a:spcPts val="0"/>
              </a:spcAft>
              <a:buFont typeface="+mj-lt"/>
              <a:buAutoNum type="arabicPeriod"/>
            </a:pPr>
            <a:endParaRPr lang="ru-RU" sz="1400" dirty="0">
              <a:latin typeface="Century Gothic" panose="020B0502020202020204" pitchFamily="34" charset="0"/>
              <a:ea typeface="Times New Roman" panose="02020603050405020304" pitchFamily="18" charset="0"/>
            </a:endParaRPr>
          </a:p>
          <a:p>
            <a:pPr marL="512498" lvl="1" indent="-342900" algn="just">
              <a:spcAft>
                <a:spcPts val="0"/>
              </a:spcAft>
              <a:buFont typeface="+mj-lt"/>
              <a:buAutoNum type="arabicPeriod"/>
            </a:pPr>
            <a:r>
              <a:rPr lang="en-US" sz="1400" dirty="0">
                <a:effectLst/>
                <a:latin typeface="Century Gothic" panose="020B0502020202020204" pitchFamily="34" charset="0"/>
                <a:ea typeface="Times New Roman" panose="02020603050405020304" pitchFamily="18" charset="0"/>
              </a:rPr>
              <a:t>Spring Boot</a:t>
            </a:r>
            <a:r>
              <a:rPr lang="ru-RU" sz="1400" dirty="0">
                <a:effectLst/>
                <a:latin typeface="Century Gothic" panose="020B0502020202020204" pitchFamily="34" charset="0"/>
                <a:ea typeface="Times New Roman" panose="02020603050405020304" pitchFamily="18" charset="0"/>
              </a:rPr>
              <a:t>: [Электронный ресурс]. </a:t>
            </a:r>
            <a:r>
              <a:rPr lang="en-US" sz="1400" dirty="0">
                <a:effectLst/>
                <a:latin typeface="Century Gothic" panose="020B0502020202020204" pitchFamily="34" charset="0"/>
                <a:ea typeface="Times New Roman" panose="02020603050405020304" pitchFamily="18" charset="0"/>
              </a:rPr>
              <a:t>URL</a:t>
            </a:r>
            <a:r>
              <a:rPr lang="ru-RU" sz="1400" dirty="0">
                <a:effectLst/>
                <a:latin typeface="Century Gothic" panose="020B0502020202020204" pitchFamily="34" charset="0"/>
                <a:ea typeface="Times New Roman" panose="02020603050405020304" pitchFamily="18" charset="0"/>
              </a:rPr>
              <a:t>: </a:t>
            </a:r>
            <a:r>
              <a:rPr lang="en-US"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https</a:t>
            </a:r>
            <a:r>
              <a:rPr lang="ru-RU"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spring</a:t>
            </a:r>
            <a:r>
              <a:rPr lang="ru-RU"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io</a:t>
            </a:r>
            <a:r>
              <a:rPr lang="ru-RU"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projects</a:t>
            </a:r>
            <a:r>
              <a:rPr lang="ru-RU"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spring</a:t>
            </a:r>
            <a:r>
              <a:rPr lang="ru-RU" sz="1400" u="sng" dirty="0">
                <a:solidFill>
                  <a:srgbClr val="0000FF"/>
                </a:solidFill>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a:t>
            </a:r>
            <a:r>
              <a:rPr lang="en-US" sz="1400" u="sng" dirty="0">
                <a:effectLst/>
                <a:latin typeface="Century Gothic" panose="020B050202020202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boot</a:t>
            </a:r>
            <a:r>
              <a:rPr lang="ru-RU" sz="1400" dirty="0">
                <a:effectLst/>
                <a:latin typeface="Century Gothic" panose="020B0502020202020204" pitchFamily="34" charset="0"/>
                <a:ea typeface="Times New Roman" panose="02020603050405020304" pitchFamily="18" charset="0"/>
              </a:rPr>
              <a:t>. (Дата обращения: 20.09.2024).</a:t>
            </a:r>
          </a:p>
          <a:p>
            <a:pPr marL="512498" lvl="1" indent="-342900" algn="just">
              <a:spcAft>
                <a:spcPts val="0"/>
              </a:spcAft>
              <a:buFont typeface="+mj-lt"/>
              <a:buAutoNum type="arabicPeriod"/>
            </a:pPr>
            <a:endParaRPr lang="ru-RU" sz="1400" dirty="0">
              <a:latin typeface="Century Gothic" panose="020B0502020202020204" pitchFamily="34" charset="0"/>
              <a:ea typeface="Times New Roman" panose="02020603050405020304" pitchFamily="18" charset="0"/>
            </a:endParaRPr>
          </a:p>
          <a:p>
            <a:pPr marL="512498" lvl="1" indent="-342900" algn="just">
              <a:spcAft>
                <a:spcPts val="0"/>
              </a:spcAft>
              <a:buFont typeface="+mj-lt"/>
              <a:buAutoNum type="arabicPeriod"/>
            </a:pPr>
            <a:r>
              <a:rPr lang="en-US" sz="1400" dirty="0">
                <a:effectLst/>
                <a:latin typeface="Century Gothic" panose="020B0502020202020204" pitchFamily="34" charset="0"/>
                <a:ea typeface="Times New Roman" panose="02020603050405020304" pitchFamily="18" charset="0"/>
              </a:rPr>
              <a:t>IntelliJ IDEA Edu</a:t>
            </a:r>
            <a:r>
              <a:rPr lang="ru-RU" sz="1400" dirty="0">
                <a:effectLst/>
                <a:latin typeface="Century Gothic" panose="020B0502020202020204" pitchFamily="34" charset="0"/>
                <a:ea typeface="Times New Roman" panose="02020603050405020304" pitchFamily="18" charset="0"/>
              </a:rPr>
              <a:t>: [Электронный ресурс]. </a:t>
            </a:r>
            <a:r>
              <a:rPr lang="en-US" sz="1400" dirty="0">
                <a:effectLst/>
                <a:latin typeface="Century Gothic" panose="020B0502020202020204" pitchFamily="34" charset="0"/>
                <a:ea typeface="Times New Roman" panose="02020603050405020304" pitchFamily="18" charset="0"/>
              </a:rPr>
              <a:t>URL: </a:t>
            </a:r>
            <a:r>
              <a:rPr lang="en-US" sz="1400" u="sng" dirty="0">
                <a:effectLst/>
                <a:latin typeface="Century Gothic" panose="020B0502020202020204" pitchFamily="34" charset="0"/>
                <a:ea typeface="Calibri" panose="020F0502020204030204" pitchFamily="34" charset="0"/>
                <a:hlinkClick r:id="rId4">
                  <a:extLst>
                    <a:ext uri="{A12FA001-AC4F-418D-AE19-62706E023703}">
                      <ahyp:hlinkClr xmlns:ahyp="http://schemas.microsoft.com/office/drawing/2018/hyperlinkcolor" val="tx"/>
                    </a:ext>
                  </a:extLst>
                </a:hlinkClick>
              </a:rPr>
              <a:t>https://www.jetbrains.com/ru-ru/idea/</a:t>
            </a:r>
            <a:r>
              <a:rPr lang="en-US" sz="1400" dirty="0">
                <a:effectLst/>
                <a:latin typeface="Century Gothic" panose="020B0502020202020204" pitchFamily="34" charset="0"/>
                <a:ea typeface="Times New Roman" panose="02020603050405020304" pitchFamily="18" charset="0"/>
              </a:rPr>
              <a:t>. </a:t>
            </a:r>
            <a:r>
              <a:rPr lang="ru-RU" sz="1400" dirty="0">
                <a:effectLst/>
                <a:latin typeface="Century Gothic" panose="020B0502020202020204" pitchFamily="34" charset="0"/>
                <a:ea typeface="Times New Roman" panose="02020603050405020304" pitchFamily="18" charset="0"/>
              </a:rPr>
              <a:t>(Дата обращения: 20.09.2024).</a:t>
            </a:r>
          </a:p>
          <a:p>
            <a:pPr marL="512498" lvl="1" indent="-342900" algn="just">
              <a:spcAft>
                <a:spcPts val="0"/>
              </a:spcAft>
              <a:buFont typeface="+mj-lt"/>
              <a:buAutoNum type="arabicPeriod"/>
            </a:pPr>
            <a:endParaRPr lang="ru-RU" sz="1400" dirty="0">
              <a:latin typeface="Century Gothic" panose="020B0502020202020204" pitchFamily="34" charset="0"/>
              <a:ea typeface="Times New Roman" panose="02020603050405020304" pitchFamily="18" charset="0"/>
            </a:endParaRPr>
          </a:p>
          <a:p>
            <a:pPr marL="512498" lvl="1" indent="-342900" algn="just">
              <a:spcAft>
                <a:spcPts val="0"/>
              </a:spcAft>
              <a:buFont typeface="+mj-lt"/>
              <a:buAutoNum type="arabicPeriod"/>
            </a:pPr>
            <a:r>
              <a:rPr lang="en-US" sz="1400" dirty="0">
                <a:effectLst/>
                <a:latin typeface="Century Gothic" panose="020B0502020202020204" pitchFamily="34" charset="0"/>
                <a:ea typeface="Times New Roman" panose="02020603050405020304" pitchFamily="18" charset="0"/>
              </a:rPr>
              <a:t>Maven</a:t>
            </a:r>
            <a:r>
              <a:rPr lang="ru-RU" sz="1400" dirty="0">
                <a:effectLst/>
                <a:latin typeface="Century Gothic" panose="020B0502020202020204" pitchFamily="34" charset="0"/>
                <a:ea typeface="Times New Roman" panose="02020603050405020304" pitchFamily="18" charset="0"/>
              </a:rPr>
              <a:t>: [Электронный ресурс]. </a:t>
            </a:r>
            <a:r>
              <a:rPr lang="en-US" sz="1400" dirty="0">
                <a:effectLst/>
                <a:latin typeface="Century Gothic" panose="020B0502020202020204" pitchFamily="34" charset="0"/>
                <a:ea typeface="Times New Roman" panose="02020603050405020304" pitchFamily="18" charset="0"/>
              </a:rPr>
              <a:t>URL</a:t>
            </a:r>
            <a:r>
              <a:rPr lang="ru-RU" sz="1400" dirty="0">
                <a:effectLst/>
                <a:latin typeface="Century Gothic" panose="020B0502020202020204" pitchFamily="34" charset="0"/>
                <a:ea typeface="Times New Roman" panose="02020603050405020304" pitchFamily="18" charset="0"/>
              </a:rPr>
              <a:t>: </a:t>
            </a:r>
            <a:r>
              <a:rPr lang="en-US"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https</a:t>
            </a:r>
            <a:r>
              <a:rPr lang="ru-RU"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maven</a:t>
            </a:r>
            <a:r>
              <a:rPr lang="ru-RU"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a:t>
            </a:r>
            <a:r>
              <a:rPr lang="en-US"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apache</a:t>
            </a:r>
            <a:r>
              <a:rPr lang="ru-RU" sz="1400" u="sng" dirty="0">
                <a:solidFill>
                  <a:srgbClr val="0000FF"/>
                </a:solidFill>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a:t>
            </a:r>
            <a:r>
              <a:rPr lang="en-US" sz="1400" u="sng" dirty="0">
                <a:effectLst/>
                <a:latin typeface="Century Gothic" panose="020B050202020202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org</a:t>
            </a:r>
            <a:r>
              <a:rPr lang="ru-RU" sz="1400" dirty="0">
                <a:effectLst/>
                <a:latin typeface="Century Gothic" panose="020B0502020202020204" pitchFamily="34" charset="0"/>
                <a:ea typeface="Times New Roman" panose="02020603050405020304" pitchFamily="18" charset="0"/>
              </a:rPr>
              <a:t>. (Дата обращения: 20.09.2024).</a:t>
            </a:r>
          </a:p>
          <a:p>
            <a:pPr marL="169598" lvl="1" indent="0" algn="just">
              <a:spcAft>
                <a:spcPts val="0"/>
              </a:spcAft>
              <a:buNone/>
            </a:pPr>
            <a:r>
              <a:rPr lang="ru-RU" sz="1400" dirty="0">
                <a:latin typeface="Century Gothic" panose="020B0502020202020204" pitchFamily="34" charset="0"/>
                <a:ea typeface="Times New Roman" panose="02020603050405020304" pitchFamily="18" charset="0"/>
              </a:rPr>
              <a:t>Статья:</a:t>
            </a:r>
          </a:p>
          <a:p>
            <a:pPr marL="169598" lvl="1" indent="0" algn="just">
              <a:spcAft>
                <a:spcPts val="0"/>
              </a:spcAft>
              <a:buNone/>
            </a:pPr>
            <a:r>
              <a:rPr lang="ru-RU" sz="1400" dirty="0">
                <a:effectLst/>
                <a:latin typeface="Century Gothic" panose="020B0502020202020204" pitchFamily="34" charset="0"/>
                <a:ea typeface="Times New Roman" panose="02020603050405020304" pitchFamily="18" charset="0"/>
              </a:rPr>
              <a:t>1. </a:t>
            </a:r>
            <a:r>
              <a:rPr lang="en-US" sz="1400" dirty="0" err="1">
                <a:latin typeface="Century Gothic" panose="020B0502020202020204" pitchFamily="34" charset="0"/>
              </a:rPr>
              <a:t>Давыдов</a:t>
            </a:r>
            <a:r>
              <a:rPr lang="en-US" sz="1400" dirty="0">
                <a:latin typeface="Century Gothic" panose="020B0502020202020204" pitchFamily="34" charset="0"/>
              </a:rPr>
              <a:t> </a:t>
            </a:r>
            <a:r>
              <a:rPr lang="en-US" sz="1400" dirty="0" err="1">
                <a:latin typeface="Century Gothic" panose="020B0502020202020204" pitchFamily="34" charset="0"/>
              </a:rPr>
              <a:t>И</a:t>
            </a:r>
            <a:r>
              <a:rPr lang="en-US" sz="1400" dirty="0">
                <a:latin typeface="Century Gothic" panose="020B0502020202020204" pitchFamily="34" charset="0"/>
              </a:rPr>
              <a:t>., </a:t>
            </a:r>
            <a:r>
              <a:rPr lang="en-US" sz="1400" dirty="0" err="1">
                <a:latin typeface="Century Gothic" panose="020B0502020202020204" pitchFamily="34" charset="0"/>
              </a:rPr>
              <a:t>Габдуллина</a:t>
            </a:r>
            <a:r>
              <a:rPr lang="en-US" sz="1400" dirty="0">
                <a:latin typeface="Century Gothic" panose="020B0502020202020204" pitchFamily="34" charset="0"/>
              </a:rPr>
              <a:t> </a:t>
            </a:r>
            <a:r>
              <a:rPr lang="en-US" sz="1400" dirty="0" err="1">
                <a:latin typeface="Century Gothic" panose="020B0502020202020204" pitchFamily="34" charset="0"/>
              </a:rPr>
              <a:t>А</a:t>
            </a:r>
            <a:r>
              <a:rPr lang="en-US" sz="1400" dirty="0">
                <a:latin typeface="Century Gothic" panose="020B0502020202020204" pitchFamily="34" charset="0"/>
              </a:rPr>
              <a:t>., </a:t>
            </a:r>
            <a:r>
              <a:rPr lang="en-US" sz="1400" dirty="0" err="1">
                <a:latin typeface="Century Gothic" panose="020B0502020202020204" pitchFamily="34" charset="0"/>
              </a:rPr>
              <a:t>Шевцова</a:t>
            </a:r>
            <a:r>
              <a:rPr lang="en-US" sz="1400" dirty="0">
                <a:latin typeface="Century Gothic" panose="020B0502020202020204" pitchFamily="34" charset="0"/>
              </a:rPr>
              <a:t> </a:t>
            </a:r>
            <a:r>
              <a:rPr lang="en-US" sz="1400" dirty="0" err="1">
                <a:latin typeface="Century Gothic" panose="020B0502020202020204" pitchFamily="34" charset="0"/>
              </a:rPr>
              <a:t>М</a:t>
            </a:r>
            <a:r>
              <a:rPr lang="en-US" sz="1400" dirty="0">
                <a:latin typeface="Century Gothic" panose="020B0502020202020204" pitchFamily="34" charset="0"/>
              </a:rPr>
              <a:t>., </a:t>
            </a:r>
            <a:r>
              <a:rPr lang="en-US" sz="1400" dirty="0" err="1">
                <a:latin typeface="Century Gothic" panose="020B0502020202020204" pitchFamily="34" charset="0"/>
              </a:rPr>
              <a:t>Архипов</a:t>
            </a:r>
            <a:r>
              <a:rPr lang="en-US" sz="1400" dirty="0">
                <a:latin typeface="Century Gothic" panose="020B0502020202020204" pitchFamily="34" charset="0"/>
              </a:rPr>
              <a:t> </a:t>
            </a:r>
            <a:r>
              <a:rPr lang="en-US" sz="1400" dirty="0" err="1">
                <a:latin typeface="Century Gothic" panose="020B0502020202020204" pitchFamily="34" charset="0"/>
              </a:rPr>
              <a:t>Д</a:t>
            </a:r>
            <a:r>
              <a:rPr lang="en-US" sz="1400" dirty="0">
                <a:latin typeface="Century Gothic" panose="020B0502020202020204" pitchFamily="34" charset="0"/>
              </a:rPr>
              <a:t>. Tabu Search for a Service Zone Clustering Problem // Lecture Notes in Computer Science. – 2024. – </a:t>
            </a:r>
            <a:r>
              <a:rPr lang="en-US" sz="1400" dirty="0" err="1">
                <a:latin typeface="Century Gothic" panose="020B0502020202020204" pitchFamily="34" charset="0"/>
              </a:rPr>
              <a:t>Т</a:t>
            </a:r>
            <a:r>
              <a:rPr lang="en-US" sz="1400" dirty="0">
                <a:latin typeface="Century Gothic" panose="020B0502020202020204" pitchFamily="34" charset="0"/>
              </a:rPr>
              <a:t>. 14766. – </a:t>
            </a:r>
            <a:r>
              <a:rPr lang="en-US" sz="1400" dirty="0" err="1">
                <a:latin typeface="Century Gothic" panose="020B0502020202020204" pitchFamily="34" charset="0"/>
              </a:rPr>
              <a:t>С</a:t>
            </a:r>
            <a:r>
              <a:rPr lang="en-US" sz="1400" dirty="0">
                <a:latin typeface="Century Gothic" panose="020B0502020202020204" pitchFamily="34" charset="0"/>
              </a:rPr>
              <a:t>. 75–88. – DOI: 10.1007/978-3-031-62792-7_6. URL: </a:t>
            </a:r>
            <a:r>
              <a:rPr lang="en" sz="1400" dirty="0">
                <a:effectLst/>
                <a:latin typeface="Century Gothic" panose="020B0502020202020204" pitchFamily="34" charset="0"/>
                <a:ea typeface="Times New Roman" panose="02020603050405020304" pitchFamily="18" charset="0"/>
                <a:hlinkClick r:id="rId6"/>
              </a:rPr>
              <a:t>https://link.springer.com/chapter/10.1007/978-3-031-62792-7_6</a:t>
            </a:r>
            <a:endParaRPr lang="en-US" sz="1400" dirty="0">
              <a:effectLst/>
              <a:latin typeface="Century Gothic" panose="020B0502020202020204" pitchFamily="34" charset="0"/>
              <a:ea typeface="Times New Roman" panose="02020603050405020304" pitchFamily="18" charset="0"/>
            </a:endParaRPr>
          </a:p>
        </p:txBody>
      </p:sp>
      <p:sp>
        <p:nvSpPr>
          <p:cNvPr id="5" name="Прямоугольник 4">
            <a:extLst>
              <a:ext uri="{FF2B5EF4-FFF2-40B4-BE49-F238E27FC236}">
                <a16:creationId xmlns:a16="http://schemas.microsoft.com/office/drawing/2014/main" id="{26144294-3031-AAEE-87E9-0B206867F79F}"/>
              </a:ext>
            </a:extLst>
          </p:cNvPr>
          <p:cNvSpPr/>
          <p:nvPr/>
        </p:nvSpPr>
        <p:spPr>
          <a:xfrm>
            <a:off x="1961663" y="4916113"/>
            <a:ext cx="485125" cy="18454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noFill/>
              <a:effectLst/>
              <a:uFillTx/>
              <a:latin typeface="+mj-lt"/>
              <a:ea typeface="+mj-ea"/>
              <a:cs typeface="+mj-cs"/>
              <a:sym typeface="Helvetica Light"/>
            </a:endParaRPr>
          </a:p>
        </p:txBody>
      </p:sp>
      <p:sp>
        <p:nvSpPr>
          <p:cNvPr id="9" name="Нижний колонтитул 5">
            <a:extLst>
              <a:ext uri="{FF2B5EF4-FFF2-40B4-BE49-F238E27FC236}">
                <a16:creationId xmlns:a16="http://schemas.microsoft.com/office/drawing/2014/main" id="{881A062D-D983-1C7E-0BE8-B4594213D3D0}"/>
              </a:ext>
            </a:extLst>
          </p:cNvPr>
          <p:cNvSpPr txBox="1">
            <a:spLocks/>
          </p:cNvSpPr>
          <p:nvPr/>
        </p:nvSpPr>
        <p:spPr>
          <a:xfrm>
            <a:off x="1847371" y="4890040"/>
            <a:ext cx="485125"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2025</a:t>
            </a:r>
          </a:p>
        </p:txBody>
      </p:sp>
      <p:sp>
        <p:nvSpPr>
          <p:cNvPr id="10" name="Нижний колонтитул 5">
            <a:extLst>
              <a:ext uri="{FF2B5EF4-FFF2-40B4-BE49-F238E27FC236}">
                <a16:creationId xmlns:a16="http://schemas.microsoft.com/office/drawing/2014/main" id="{7AD2E541-F120-0519-292A-DB0A190CB933}"/>
              </a:ext>
            </a:extLst>
          </p:cNvPr>
          <p:cNvSpPr txBox="1">
            <a:spLocks/>
          </p:cNvSpPr>
          <p:nvPr/>
        </p:nvSpPr>
        <p:spPr>
          <a:xfrm>
            <a:off x="2158289" y="4890040"/>
            <a:ext cx="6831450" cy="253460"/>
          </a:xfrm>
          <a:prstGeom prst="rect">
            <a:avLst/>
          </a:prstGeom>
        </p:spPr>
        <p:txBody>
          <a:bodyPr vert="horz" lIns="91440" tIns="45720" rIns="91440" bIns="45720" rtlCol="0" anchor="ctr"/>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F2C68"/>
                </a:solidFill>
                <a:effectLst/>
                <a:uFillTx/>
                <a:latin typeface="HSE Sans" panose="02000000000000000000" pitchFamily="50" charset="0"/>
                <a:ea typeface="+mj-ea"/>
                <a:cs typeface="Arial" panose="020B0604020202020204" pitchFamily="34" charset="0"/>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j-lt"/>
                <a:ea typeface="+mj-ea"/>
                <a:cs typeface="+mj-cs"/>
                <a:sym typeface="Helvetica Light"/>
              </a:defRPr>
            </a:lvl9pPr>
          </a:lstStyle>
          <a:p>
            <a:r>
              <a:rPr lang="ru-RU" dirty="0"/>
              <a:t>А. М. Габдуллина, ВКР «</a:t>
            </a:r>
            <a:r>
              <a:rPr lang="en-US" dirty="0" err="1">
                <a:latin typeface="Times New Roman" panose="02020603050405020304" pitchFamily="18" charset="0"/>
              </a:rPr>
              <a:t>В</a:t>
            </a:r>
            <a:r>
              <a:rPr lang="ru-RU" dirty="0">
                <a:latin typeface="Times New Roman" panose="02020603050405020304" pitchFamily="18" charset="0"/>
              </a:rPr>
              <a:t>еб-сервис</a:t>
            </a:r>
            <a:r>
              <a:rPr lang="ru-RU" dirty="0">
                <a:latin typeface="Times New Roman" panose="02020603050405020304" pitchFamily="18" charset="0"/>
                <a:ea typeface="Calibri" panose="020F0502020204030204" pitchFamily="34" charset="0"/>
              </a:rPr>
              <a:t> составления расписаний для вузов с использованием искусственного интеллекта: Серверная часть</a:t>
            </a:r>
            <a:r>
              <a:rPr lang="ru-RU" dirty="0"/>
              <a:t>»</a:t>
            </a:r>
          </a:p>
        </p:txBody>
      </p:sp>
    </p:spTree>
    <p:extLst>
      <p:ext uri="{BB962C8B-B14F-4D97-AF65-F5344CB8AC3E}">
        <p14:creationId xmlns:p14="http://schemas.microsoft.com/office/powerpoint/2010/main" val="46796112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2864A567-FBF7-4B39-A32D-3FD369C4BBF0}"/>
              </a:ext>
            </a:extLst>
          </p:cNvPr>
          <p:cNvSpPr>
            <a:spLocks noGrp="1"/>
          </p:cNvSpPr>
          <p:nvPr>
            <p:ph type="sldNum" sz="quarter" idx="2"/>
          </p:nvPr>
        </p:nvSpPr>
        <p:spPr/>
        <p:txBody>
          <a:bodyPr/>
          <a:lstStyle/>
          <a:p>
            <a:fld id="{86CB4B4D-7CA3-9044-876B-883B54F8677D}" type="slidenum">
              <a:rPr lang="ru-RU" smtClean="0"/>
              <a:t>15</a:t>
            </a:fld>
            <a:endParaRPr lang="ru-RU" dirty="0"/>
          </a:p>
        </p:txBody>
      </p:sp>
      <p:sp>
        <p:nvSpPr>
          <p:cNvPr id="8" name="Текст 7">
            <a:extLst>
              <a:ext uri="{FF2B5EF4-FFF2-40B4-BE49-F238E27FC236}">
                <a16:creationId xmlns:a16="http://schemas.microsoft.com/office/drawing/2014/main" id="{2EA93969-D57B-441F-B031-36A7B1F7F3BC}"/>
              </a:ext>
            </a:extLst>
          </p:cNvPr>
          <p:cNvSpPr>
            <a:spLocks noGrp="1"/>
          </p:cNvSpPr>
          <p:nvPr>
            <p:ph type="body" sz="quarter" idx="14"/>
          </p:nvPr>
        </p:nvSpPr>
        <p:spPr>
          <a:xfrm>
            <a:off x="3988027" y="3939902"/>
            <a:ext cx="3456384" cy="356906"/>
          </a:xfrm>
        </p:spPr>
        <p:txBody>
          <a:bodyPr>
            <a:normAutofit/>
          </a:bodyPr>
          <a:lstStyle/>
          <a:p>
            <a:r>
              <a:rPr lang="ru-RU" sz="1400" dirty="0">
                <a:latin typeface="Century Gothic" panose="020B0502020202020204" pitchFamily="34" charset="0"/>
              </a:rPr>
              <a:t>Москва, 2025</a:t>
            </a:r>
          </a:p>
        </p:txBody>
      </p:sp>
      <p:sp>
        <p:nvSpPr>
          <p:cNvPr id="10" name="Текст 9">
            <a:extLst>
              <a:ext uri="{FF2B5EF4-FFF2-40B4-BE49-F238E27FC236}">
                <a16:creationId xmlns:a16="http://schemas.microsoft.com/office/drawing/2014/main" id="{B8111CD8-88A6-4946-A210-055E72E202EF}"/>
              </a:ext>
            </a:extLst>
          </p:cNvPr>
          <p:cNvSpPr>
            <a:spLocks noGrp="1"/>
          </p:cNvSpPr>
          <p:nvPr>
            <p:ph type="body" sz="quarter" idx="16"/>
          </p:nvPr>
        </p:nvSpPr>
        <p:spPr>
          <a:xfrm>
            <a:off x="3517074" y="2275719"/>
            <a:ext cx="4392613" cy="1664183"/>
          </a:xfrm>
        </p:spPr>
        <p:txBody>
          <a:bodyPr>
            <a:noAutofit/>
          </a:bodyPr>
          <a:lstStyle/>
          <a:p>
            <a:r>
              <a:rPr lang="ru-RU" sz="1400" dirty="0">
                <a:latin typeface="Century Gothic" panose="020B0502020202020204" pitchFamily="34" charset="0"/>
              </a:rPr>
              <a:t>Габдуллина А. М.</a:t>
            </a:r>
          </a:p>
          <a:p>
            <a:r>
              <a:rPr lang="ru-RU" sz="1400" b="0" i="0" u="none" strike="noStrike" dirty="0">
                <a:effectLst/>
                <a:latin typeface="Century Gothic" panose="020B0502020202020204" pitchFamily="34" charset="0"/>
              </a:rPr>
              <a:t>Веб-сервис составления расписаний для вузов с использованием искусственного интеллекта: Серверная часть</a:t>
            </a:r>
            <a:endParaRPr lang="ru-RU" sz="1400" dirty="0">
              <a:latin typeface="Century Gothic" panose="020B0502020202020204" pitchFamily="34" charset="0"/>
            </a:endParaRPr>
          </a:p>
          <a:p>
            <a:r>
              <a:rPr lang="en" sz="1400" dirty="0">
                <a:latin typeface="Century Gothic" panose="020B0502020202020204" pitchFamily="34" charset="0"/>
              </a:rPr>
              <a:t>a</a:t>
            </a:r>
            <a:r>
              <a:rPr lang="en-US" sz="1400" dirty="0">
                <a:latin typeface="Century Gothic" panose="020B0502020202020204" pitchFamily="34" charset="0"/>
              </a:rPr>
              <a:t>mgabdullina_1@edu.hse.ru</a:t>
            </a:r>
            <a:endParaRPr lang="ru-RU" sz="1400" dirty="0">
              <a:latin typeface="Century Gothic" panose="020B0502020202020204" pitchFamily="34" charset="0"/>
            </a:endParaRPr>
          </a:p>
        </p:txBody>
      </p:sp>
      <p:sp>
        <p:nvSpPr>
          <p:cNvPr id="9" name="Текст 8">
            <a:extLst>
              <a:ext uri="{FF2B5EF4-FFF2-40B4-BE49-F238E27FC236}">
                <a16:creationId xmlns:a16="http://schemas.microsoft.com/office/drawing/2014/main" id="{ADD52ACE-7764-4DFE-BC26-ED4A8ED84CE5}"/>
              </a:ext>
            </a:extLst>
          </p:cNvPr>
          <p:cNvSpPr>
            <a:spLocks noGrp="1"/>
          </p:cNvSpPr>
          <p:nvPr>
            <p:ph type="body" sz="quarter" idx="15"/>
          </p:nvPr>
        </p:nvSpPr>
        <p:spPr>
          <a:xfrm>
            <a:off x="3517074" y="1131590"/>
            <a:ext cx="4392613" cy="1033212"/>
          </a:xfrm>
        </p:spPr>
        <p:txBody>
          <a:bodyPr>
            <a:normAutofit/>
          </a:bodyPr>
          <a:lstStyle/>
          <a:p>
            <a:r>
              <a:rPr lang="ru-RU" dirty="0">
                <a:latin typeface="Century Gothic" panose="020B0502020202020204" pitchFamily="34" charset="0"/>
              </a:rPr>
              <a:t>Благодарю за внимание!</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ВКР">
      <a:majorFont>
        <a:latin typeface="Arial"/>
        <a:ea typeface=""/>
        <a:cs typeface=""/>
      </a:majorFont>
      <a:minorFont>
        <a:latin typeface="Segoe UI"/>
        <a:ea typeface=""/>
        <a:cs typeface=""/>
      </a:minorFont>
    </a:fontScheme>
    <a:fmtScheme name="White">
      <a:fillStyleLst>
        <a:solidFill>
          <a:srgbClr val="FFFFFF"/>
        </a:solidFill>
        <a:solidFill>
          <a:srgbClr val="FFFFFF"/>
        </a:solidFill>
        <a:solidFill>
          <a:srgbClr val="FFFFFF"/>
        </a:solidFill>
      </a:fillStyleLst>
      <a:lnStyleLst>
        <a:ln>
          <a:solidFill>
            <a:srgbClr val="000000"/>
          </a:solidFill>
        </a:ln>
        <a:ln>
          <a:solidFill>
            <a:srgbClr val="000000"/>
          </a:solidFill>
        </a:ln>
        <a:ln>
          <a:solidFill>
            <a:srgbClr val="000000"/>
          </a:solidFill>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rgbClr val="FFFFFF"/>
        </a:solidFill>
        <a:solidFill>
          <a:srgbClr val="FFFFFF"/>
        </a:solidFill>
        <a:solidFill>
          <a:srgbClr val="FFFFFF"/>
        </a:soli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План презентации защиты темы ВКР 2022-2023.potx" id="{8470BC3F-81D4-40FE-B16B-9CD687144F70}" vid="{5964C89A-9932-437A-BD8D-891589EB1B2C}"/>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Arial Narrow"/>
        <a:ea typeface="Arial Narrow"/>
        <a:cs typeface="Arial Narrow"/>
      </a:minorFont>
    </a:fontScheme>
    <a:fmtScheme name="White">
      <a:fillStyleLst>
        <a:solidFill>
          <a:srgbClr val="FFFFFF"/>
        </a:solidFill>
        <a:solidFill>
          <a:srgbClr val="FFFFFF"/>
        </a:solidFill>
        <a:solidFill>
          <a:srgbClr val="FFFFFF"/>
        </a:solidFill>
      </a:fillStyleLst>
      <a:lnStyleLst>
        <a:ln>
          <a:solidFill>
            <a:srgbClr val="000000"/>
          </a:solidFill>
        </a:ln>
        <a:ln>
          <a:solidFill>
            <a:srgbClr val="000000"/>
          </a:solidFill>
        </a:ln>
        <a:ln>
          <a:solidFill>
            <a:srgbClr val="000000"/>
          </a:solidFill>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rgbClr val="FFFFFF"/>
        </a:solidFill>
        <a:solidFill>
          <a:srgbClr val="FFFFFF"/>
        </a:solidFill>
        <a:solidFill>
          <a:srgbClr val="FFFFFF"/>
        </a:soli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3313</TotalTime>
  <Words>1281</Words>
  <Application>Microsoft Macintosh PowerPoint</Application>
  <PresentationFormat>Экран (16:9)</PresentationFormat>
  <Paragraphs>160</Paragraphs>
  <Slides>15</Slides>
  <Notes>5</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15</vt:i4>
      </vt:variant>
    </vt:vector>
  </HeadingPairs>
  <TitlesOfParts>
    <vt:vector size="25" baseType="lpstr">
      <vt:lpstr>Arial</vt:lpstr>
      <vt:lpstr>Calibri Light</vt:lpstr>
      <vt:lpstr>Century Gothic</vt:lpstr>
      <vt:lpstr>Consolas</vt:lpstr>
      <vt:lpstr>Courier New</vt:lpstr>
      <vt:lpstr>Helvetica Neue</vt:lpstr>
      <vt:lpstr>HSE Sans</vt:lpstr>
      <vt:lpstr>Segoe UI</vt:lpstr>
      <vt:lpstr>Times New Roman</vt:lpstr>
      <vt:lpstr>White</vt:lpstr>
      <vt:lpstr>Презентация PowerPoint</vt:lpstr>
      <vt:lpstr>ОПИСАНИЕ ПРЕДМЕТНОЙ ОБЛАСТИ</vt:lpstr>
      <vt:lpstr>АКТУАЛЬНОСТЬ РАБОТЫ</vt:lpstr>
      <vt:lpstr>ЦЕЛЬ И ЗАДАЧИ ВКР</vt:lpstr>
      <vt:lpstr>ТЕХНОЛОГИИ И ИНСТРУМЕНТЫ РЕАЛИЗАЦИИ</vt:lpstr>
      <vt:lpstr>АРХИТЕКТУРА</vt:lpstr>
      <vt:lpstr>АРХИТЕКТУРА</vt:lpstr>
      <vt:lpstr>РЕШЕНИЕ ЗАДАЧИ СОСТАВЛЕНИЯ РАСПИСАНИЙ</vt:lpstr>
      <vt:lpstr>РЕШЕНИЕ ЗАДАЧИ СОСТАВЛЕНИЯ РАСПИСАНИЙ</vt:lpstr>
      <vt:lpstr>РЕЗУЛЬТАТЫ</vt:lpstr>
      <vt:lpstr>АПРОБАЦИЯ РАБОТЫ</vt:lpstr>
      <vt:lpstr>РЕЗУЛЬТАТЫ</vt:lpstr>
      <vt:lpstr>ДАЛЬНЕЙШИЕ ПЛАНЫ</vt:lpstr>
      <vt:lpstr>СПИСОК ИСПОЛЬЗОВАННЫХ ИСТОЧНИКОВ</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Защита темы ВКР 2021</dc:title>
  <dc:creator>salebedev@hse.ru</dc:creator>
  <cp:keywords>ГИА на ПИ ФКН</cp:keywords>
  <cp:lastModifiedBy>Алия Габдуллина</cp:lastModifiedBy>
  <cp:revision>83</cp:revision>
  <dcterms:modified xsi:type="dcterms:W3CDTF">2025-05-31T15:58:54Z</dcterms:modified>
</cp:coreProperties>
</file>